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11089494" r:id="rId3"/>
    <p:sldId id="11089522" r:id="rId5"/>
    <p:sldId id="11089543" r:id="rId6"/>
    <p:sldId id="11089554" r:id="rId7"/>
    <p:sldId id="11089555" r:id="rId8"/>
    <p:sldId id="11089568" r:id="rId9"/>
    <p:sldId id="11089574" r:id="rId10"/>
    <p:sldId id="11089558" r:id="rId11"/>
    <p:sldId id="11089560" r:id="rId12"/>
    <p:sldId id="11089561" r:id="rId13"/>
    <p:sldId id="11089573" r:id="rId14"/>
    <p:sldId id="11089562" r:id="rId15"/>
    <p:sldId id="11089563" r:id="rId16"/>
    <p:sldId id="11089564" r:id="rId17"/>
    <p:sldId id="11089565" r:id="rId18"/>
    <p:sldId id="11089566" r:id="rId19"/>
    <p:sldId id="11089567" r:id="rId20"/>
    <p:sldId id="11089571" r:id="rId21"/>
    <p:sldId id="11089572"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D050"/>
    <a:srgbClr val="3333F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54" autoAdjust="0"/>
    <p:restoredTop sz="85170" autoAdjust="0"/>
  </p:normalViewPr>
  <p:slideViewPr>
    <p:cSldViewPr snapToGrid="0">
      <p:cViewPr>
        <p:scale>
          <a:sx n="93" d="100"/>
          <a:sy n="93" d="100"/>
        </p:scale>
        <p:origin x="608" y="528"/>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F727A-FF93-4CFB-9479-6586006E0E9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1F1F6-98E6-40CD-A065-45AAF08E0AC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 will give an introduction of the group project.</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79C7E86-76DE-4D38-A718-39A1E655A73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it includes three parts</a:t>
            </a:r>
            <a:endParaRPr lang="en-US" altLang="zh-CN"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firstly, i gonna introduce the project specification.</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In this semester, the topic is xxx</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It aims to develop xxx</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For example, this is a blind person, and the target object is an apple; the system should guide his hand to approach the target and help him grasp the apple through audio guidance and interaction.</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To implement such a system, it </a:t>
            </a:r>
            <a:r>
              <a:rPr lang="en-US" altLang="zh-CN" dirty="0">
                <a:sym typeface="+mn-ea"/>
              </a:rPr>
              <a:t>usually</a:t>
            </a:r>
            <a:r>
              <a:rPr lang="en-US" altLang="zh-CN" dirty="0"/>
              <a:t> involves the following techniques.</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Firstly, the object detection is used to identify user’s hand and the target object.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Other than the object dection, the system should be aware of the hand’s and target object’s position.</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Thus, hand tracking and spatial understanding are two helpful techniques.</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and then, the system should also provide audio guidance and interaction, the ASR and TTS are ttwo important techniques to achieve this.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ASR means </a:t>
            </a:r>
            <a:r>
              <a:rPr lang="en-US" altLang="en-US" dirty="0"/>
              <a:t>Automatic Speech Recognition: it is a technique to convert the audio into text. It is more convenient to analyze user’s need from text than  from audio. </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Conversely</a:t>
            </a:r>
            <a:r>
              <a:rPr lang="zh-CN" altLang="en-US" dirty="0"/>
              <a:t>，</a:t>
            </a:r>
            <a:r>
              <a:rPr lang="en-US" altLang="zh-CN" dirty="0"/>
              <a:t> TTS means text to speech, aims to convert the text into speech.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ym typeface="+mn-ea"/>
              </a:rPr>
              <a:t>A comprehensive group project usually include 4 parts.</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ym typeface="+mn-ea"/>
              </a:rPr>
              <a:t>Data preparation [prepəˈrāSH(ə)n]: Collect or curate high-quality training datasets to enhance the performance of specific models such as object detection or hand tracking models. Also collect test set for evaluation</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ym typeface="+mn-ea"/>
              </a:rPr>
              <a:t>Algorithm design: Compare different state-of-the-art models and select the most appropriate one for project use. If time is sufficient, we can also do some model archtecture designing and exploring to make models more effective and efficient.</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ym typeface="+mn-ea"/>
              </a:rPr>
              <a:t>System implementation: Once we determined what models to use, we then ntegrate the selected models into the system. Deliver a real-time, user-friendly interface that provides smooth audio guidance and interaction.</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ym typeface="+mn-ea"/>
              </a:rPr>
              <a:t>Last but not least, evaluation. The evaluation part is often overlooked in past group projects, however, it is crucial for rigorously assessing system performance and demonstrating the effectiveness of your system. The widely used metrics for this project is grasping success rate, guidance accuracy, and so on.</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ym typeface="+mn-ea"/>
              </a:rPr>
              <a:t>Please do not neglect this part—your project score will be deducted accordingly if this part is missing.</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To help you better understand the project, here we provide an example video. This video is from the AI-Care Project, which is led by Prof. Li.</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[playing video]</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In this video, our lab member mimics a blind person by wearing an eye mask, and he also wears smart glasses. </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The smart glasses integrate our smart system. One of the functions of the system is to provide real-time audio guidance and interactions to help the user grasp objects. </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Basically, it is similar to the group project of this semester.</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Ofc it is still not perfect, there is still room for you to make it better and better.</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This is just an example video. In the group project, you don’t need to deploy your system into smart glasses as the video does; you can deploy it into your PC or smartphone for convenience.</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Considering that some students may want to refer to last semester’s project. Here, we would like to clarify that they are different. </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Last semester’s project is more general....</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However, this semester’s ...</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Interaction between the user and system is more important for this semester’s project. Properly guidance and effective interaction could increase the grasping success rate.</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 </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Okay, this is the difference between last project and this project.</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Any questions about the specification so far?</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a:sym typeface="+mn-ea"/>
              </a:rPr>
              <a:t>Lets move to the next part -- Presentation</a:t>
            </a:r>
            <a:endParaRPr lang="en-US" altLang="en-U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en-US">
                <a:sym typeface="+mn-ea"/>
              </a:rPr>
              <a:t>the presentation will happen on April fourteenth.</a:t>
            </a:r>
            <a:endParaRPr lang="en-US" altLang="en-US"/>
          </a:p>
          <a:p>
            <a:pPr marL="0" marR="0" lvl="0" indent="0" algn="l" defTabSz="914400" rtl="0" eaLnBrk="1" fontAlgn="auto" latinLnBrk="0" hangingPunct="1">
              <a:lnSpc>
                <a:spcPct val="100000"/>
              </a:lnSpc>
              <a:spcBef>
                <a:spcPts val="0"/>
              </a:spcBef>
              <a:spcAft>
                <a:spcPts val="0"/>
              </a:spcAft>
              <a:buClrTx/>
              <a:buSzTx/>
              <a:buFontTx/>
              <a:buNone/>
              <a:defRPr/>
            </a:pPr>
            <a:r>
              <a:rPr lang="en-US" altLang="en-US">
                <a:sym typeface="+mn-ea"/>
              </a:rPr>
              <a:t>It is important to know that each group has only 7 minutes to showcase your project and do live demonstration, and no Q&amp;A session. </a:t>
            </a:r>
            <a:endParaRPr lang="en-US" altLang="en-US"/>
          </a:p>
          <a:p>
            <a:pPr marL="0" marR="0" lvl="0" indent="0" algn="l" defTabSz="914400" rtl="0" eaLnBrk="1" fontAlgn="auto" latinLnBrk="0" hangingPunct="1">
              <a:lnSpc>
                <a:spcPct val="100000"/>
              </a:lnSpc>
              <a:spcBef>
                <a:spcPts val="0"/>
              </a:spcBef>
              <a:spcAft>
                <a:spcPts val="0"/>
              </a:spcAft>
              <a:buClrTx/>
              <a:buSzTx/>
              <a:buFontTx/>
              <a:buNone/>
              <a:defRPr/>
            </a:pPr>
            <a:r>
              <a:rPr lang="en-US" altLang="en-US">
                <a:sym typeface="+mn-ea"/>
              </a:rPr>
              <a:t>The time is different from the specification document where 10 minutes are listed. Here, we only give each group 7 minutes.</a:t>
            </a:r>
            <a:endParaRPr lang="en-US" altLang="en-US"/>
          </a:p>
          <a:p>
            <a:pPr marL="0" marR="0" lvl="0" indent="0" algn="l" defTabSz="914400" rtl="0" eaLnBrk="1" fontAlgn="auto" latinLnBrk="0" hangingPunct="1">
              <a:lnSpc>
                <a:spcPct val="100000"/>
              </a:lnSpc>
              <a:spcBef>
                <a:spcPts val="0"/>
              </a:spcBef>
              <a:spcAft>
                <a:spcPts val="0"/>
              </a:spcAft>
              <a:buClrTx/>
              <a:buSzTx/>
              <a:buFontTx/>
              <a:buNone/>
              <a:defRPr/>
            </a:pPr>
            <a:r>
              <a:rPr lang="en-US" altLang="en-US">
                <a:sym typeface="+mn-ea"/>
              </a:rPr>
              <a:t>Considering we have 23 groups, 10 minutes each group will exceed the available class duration.</a:t>
            </a:r>
            <a:endParaRPr lang="en-US" altLang="en-U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en-US">
                <a:sym typeface="+mn-ea"/>
              </a:rPr>
              <a:t>So remove the Q&amp;A section to make it more efficient.</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The group registration is still finalizing, thus, the presentation order is not ready yet. We will release it before presentation.</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indent="457200"/>
            <a:r>
              <a:rPr lang="en-US" altLang="en-US" i="1">
                <a:solidFill>
                  <a:srgbClr val="FF0000"/>
                </a:solidFill>
                <a:sym typeface="+mn-ea"/>
              </a:rPr>
              <a:t>To make it smooth, please install zoom, sign in with ...</a:t>
            </a:r>
            <a:endParaRPr lang="en-US" altLang="en-US" i="1">
              <a:solidFill>
                <a:srgbClr val="FF0000"/>
              </a:solidFill>
              <a:sym typeface="+mn-ea"/>
            </a:endParaRPr>
          </a:p>
          <a:p>
            <a:pPr lvl="1"/>
            <a:endParaRPr lang="en-US" altLang="en-US" i="1">
              <a:solidFill>
                <a:srgbClr val="FF0000"/>
              </a:solidFill>
              <a:sym typeface="+mn-ea"/>
            </a:endParaRPr>
          </a:p>
          <a:p>
            <a:pPr lvl="1"/>
            <a:r>
              <a:rPr lang="en-US" altLang="en-US" i="1">
                <a:solidFill>
                  <a:srgbClr val="FF0000"/>
                </a:solidFill>
                <a:sym typeface="+mn-ea"/>
              </a:rPr>
              <a:t>final score is range from 0 to 100.</a:t>
            </a:r>
            <a:endParaRPr lang="en-US" altLang="en-US" i="1">
              <a:solidFill>
                <a:srgbClr val="FF0000"/>
              </a:solidFill>
              <a:sym typeface="+mn-ea"/>
            </a:endParaRPr>
          </a:p>
          <a:p>
            <a:pPr lvl="1"/>
            <a:endParaRPr lang="en-US" altLang="en-US" i="1" u="sng">
              <a:solidFill>
                <a:srgbClr val="FF0000"/>
              </a:solidFill>
              <a:sym typeface="+mn-ea"/>
            </a:endParaRPr>
          </a:p>
          <a:p>
            <a:pPr lvl="1"/>
            <a:r>
              <a:rPr lang="en-US" altLang="en-US" i="1" u="sng">
                <a:solidFill>
                  <a:srgbClr val="FF0000"/>
                </a:solidFill>
                <a:sym typeface="+mn-ea"/>
              </a:rPr>
              <a:t>Maximum 1 point per student can be earned</a:t>
            </a:r>
            <a:r>
              <a:rPr lang="en-US" altLang="en-US" i="1">
                <a:solidFill>
                  <a:srgbClr val="FF0000"/>
                </a:solidFill>
                <a:sym typeface="+mn-ea"/>
              </a:rPr>
              <a:t>, even if multiple feedback submissions are endorsed. Ofc, providing more feedback to more groups can increase your chances of receiving an endorsement.</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dirty="0"/>
              <a:t>Here are some Tips</a:t>
            </a:r>
            <a:endParaRPr lang="en-US" altLang="en-US" dirty="0"/>
          </a:p>
          <a:p>
            <a:pPr lvl="1"/>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dirty="0"/>
              <a:t>Next, I will introduce the scoring rubrics.</a:t>
            </a:r>
            <a:endParaRPr lang="en-US" altLang="en-US" dirty="0"/>
          </a:p>
          <a:p>
            <a:pPr lvl="1"/>
            <a:endParaRPr lang="en-US" altLang="en-US" dirty="0"/>
          </a:p>
          <a:p>
            <a:pPr lvl="1"/>
            <a:r>
              <a:rPr lang="en-US" altLang="en-US" dirty="0"/>
              <a:t>There are 5 evaluation items, each with 5 levels. </a:t>
            </a:r>
            <a:endParaRPr lang="en-US" altLang="en-US" dirty="0"/>
          </a:p>
          <a:p>
            <a:pPr lvl="1"/>
            <a:r>
              <a:rPr lang="en-US" altLang="en-US" dirty="0"/>
              <a:t>The score weight for the level 1 is 3 percent, level 2 is 2.5%, level 3 is 2%, level 4 is 1.5%, level 5 is 1%</a:t>
            </a:r>
            <a:endParaRPr lang="en-US" altLang="en-US" dirty="0"/>
          </a:p>
          <a:p>
            <a:pPr lvl="1"/>
            <a:endParaRPr lang="en-US" altLang="en-US" dirty="0"/>
          </a:p>
          <a:p>
            <a:pPr lvl="1"/>
            <a:r>
              <a:rPr lang="en-US" altLang="en-US" dirty="0"/>
              <a:t>The first evaluation item is **Appropriateness**, which assesses the task settings, challenges, methodologies, and system functionality. </a:t>
            </a:r>
            <a:endParaRPr lang="en-US" altLang="en-US" dirty="0"/>
          </a:p>
          <a:p>
            <a:pPr lvl="1"/>
            <a:r>
              <a:rPr lang="en-US" altLang="en-US" dirty="0"/>
              <a:t>To achieve a higher score, ensure that your task settings, challenges, methodologies, and system functionality are appropriate and relevant to the project topic and requirements.</a:t>
            </a:r>
            <a:endParaRPr lang="en-US" altLang="en-US" dirty="0"/>
          </a:p>
          <a:p>
            <a:pPr lvl="1"/>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a:sym typeface="+mn-ea"/>
              </a:rPr>
              <a:t>The second evaluation item is soundness, it evaluates whether the project is comprehensive and well-organized. </a:t>
            </a:r>
            <a:r>
              <a:rPr lang="en-US" altLang="en-US" dirty="0"/>
              <a:t>To achieve a higher score, make ensure that you operate a comprehensive and well-organized development process with clear and logical explanations.</a:t>
            </a:r>
            <a:endParaRPr lang="en-US" altLang="en-US" dirty="0"/>
          </a:p>
          <a:p>
            <a:pPr lvl="1"/>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a:sym typeface="+mn-ea"/>
              </a:rPr>
              <a:t>Excitement eveluates the novelty of the project. If your project presents innovative and engaging ideas, you will get higher scores.</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a:sym typeface="+mn-ea"/>
              </a:rPr>
              <a:t>Presentation evaluates the performance of your presentation. If your presentation is highly professional, and can make good use of visual aids, you will get higher scores.</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a:sym typeface="+mn-ea"/>
              </a:rPr>
              <a:t>During the presentation, we only score the first 4 items, and the last item, writting , will be scored after you submit your report. To achieve a higher writting score, ensure your project report is well-written, with clear and concise explanations of ideas and proper use of grammar and formatting.</a:t>
            </a:r>
            <a:endParaRPr lang="en-US" altLang="en-US">
              <a:sym typeface="+mn-ea"/>
            </a:endParaRPr>
          </a:p>
          <a:p>
            <a:pPr lvl="1"/>
            <a:endParaRPr lang="en-US" altLang="en-US" dirty="0"/>
          </a:p>
          <a:p>
            <a:pPr lvl="1"/>
            <a:r>
              <a:rPr lang="en-US" altLang="en-US" dirty="0"/>
              <a:t>---</a:t>
            </a:r>
            <a:endParaRPr lang="en-US" altLang="en-US" dirty="0"/>
          </a:p>
          <a:p>
            <a:pPr lvl="1"/>
            <a:endParaRPr lang="en-US" altLang="en-US" dirty="0"/>
          </a:p>
          <a:p>
            <a:pPr lvl="1"/>
            <a:r>
              <a:rPr lang="en-US" altLang="en-US" dirty="0"/>
              <a:t>Any questions so far about the presentation part?</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dirty="0"/>
              <a:t>The final part is the online feedback system. It is used to submit and endorse feedback during presentation. </a:t>
            </a:r>
            <a:endParaRPr lang="en-US" altLang="en-US" dirty="0"/>
          </a:p>
          <a:p>
            <a:pPr lvl="1"/>
            <a:endParaRPr lang="en-US" altLang="en-US" dirty="0"/>
          </a:p>
          <a:p>
            <a:pPr lvl="1"/>
            <a:r>
              <a:rPr lang="en-US" altLang="en-US" dirty="0"/>
              <a:t>We will make the system online before presentation, so you can test it then.</a:t>
            </a:r>
            <a:endParaRPr lang="en-US" altLang="en-US" dirty="0"/>
          </a:p>
          <a:p>
            <a:pPr lvl="1"/>
            <a:endParaRPr lang="en-US" altLang="en-US" dirty="0"/>
          </a:p>
          <a:p>
            <a:pPr lvl="1"/>
            <a:r>
              <a:rPr lang="en-US" altLang="en-US" dirty="0"/>
              <a:t>Here shows the steps to submit feedback.</a:t>
            </a:r>
            <a:endParaRPr lang="en-US" altLang="en-US" dirty="0"/>
          </a:p>
          <a:p>
            <a:pPr lvl="1"/>
            <a:endParaRPr lang="en-US" altLang="en-US" dirty="0"/>
          </a:p>
          <a:p>
            <a:pPr lvl="1"/>
            <a:r>
              <a:rPr lang="en-US" altLang="en-US" dirty="0"/>
              <a:t>First, click [submit feedback] button at the top bar</a:t>
            </a:r>
            <a:endParaRPr lang="en-US" altLang="en-US" dirty="0"/>
          </a:p>
          <a:p>
            <a:pPr lvl="1"/>
            <a:r>
              <a:rPr lang="en-US" altLang="en-US" dirty="0"/>
              <a:t>Then, fill you name and student id, they are required. No worries, your information is only visible to you and the teaching team; it is anonymous to other students.</a:t>
            </a:r>
            <a:endParaRPr lang="en-US" altLang="en-US" dirty="0"/>
          </a:p>
          <a:p>
            <a:pPr lvl="1"/>
            <a:endParaRPr lang="en-US" altLang="en-US" dirty="0"/>
          </a:p>
          <a:p>
            <a:pPr lvl="1"/>
            <a:r>
              <a:rPr lang="en-US" altLang="en-US" dirty="0"/>
              <a:t>Next, select a target group</a:t>
            </a:r>
            <a:endParaRPr lang="en-US" altLang="en-US" dirty="0"/>
          </a:p>
          <a:p>
            <a:pPr lvl="1"/>
            <a:r>
              <a:rPr lang="en-US" altLang="en-US" dirty="0"/>
              <a:t>After that, write down your feedback.</a:t>
            </a:r>
            <a:endParaRPr lang="en-US" altLang="en-US" dirty="0"/>
          </a:p>
          <a:p>
            <a:pPr lvl="1"/>
            <a:r>
              <a:rPr lang="en-US" altLang="en-US" dirty="0"/>
              <a:t>Click the [Submit Feedback] button to send your feedback.</a:t>
            </a:r>
            <a:endParaRPr lang="en-US" altLang="en-US" dirty="0"/>
          </a:p>
          <a:p>
            <a:pPr lvl="1"/>
            <a:endParaRPr lang="en-US" altLang="en-US" dirty="0"/>
          </a:p>
          <a:p>
            <a:pPr lvl="1"/>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dirty="0"/>
              <a:t>Here shows the steps to review feedback.</a:t>
            </a:r>
            <a:endParaRPr lang="en-US" altLang="en-US" dirty="0"/>
          </a:p>
          <a:p>
            <a:pPr lvl="1"/>
            <a:endParaRPr lang="en-US" altLang="en-US" dirty="0"/>
          </a:p>
          <a:p>
            <a:pPr lvl="1"/>
            <a:r>
              <a:rPr lang="en-US" altLang="en-US" dirty="0"/>
              <a:t>First, click the [feedback review] button at the top bar</a:t>
            </a:r>
            <a:endParaRPr lang="en-US" altLang="en-US" dirty="0"/>
          </a:p>
          <a:p>
            <a:pPr lvl="1"/>
            <a:r>
              <a:rPr lang="en-US" altLang="en-US" dirty="0"/>
              <a:t>Then, select your group, and enter your group token (this will be sent to each group member before the presentation; each group has a unique token—please keep it confidential within your group)</a:t>
            </a:r>
            <a:endParaRPr lang="en-US" altLang="en-US" dirty="0"/>
          </a:p>
          <a:p>
            <a:pPr lvl="1"/>
            <a:r>
              <a:rPr lang="en-US" altLang="en-US" dirty="0"/>
              <a:t>Once logged in the system, you can perform endorsement there.</a:t>
            </a:r>
            <a:endParaRPr lang="en-US" altLang="en-US" dirty="0"/>
          </a:p>
          <a:p>
            <a:pPr lvl="1"/>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en-US" dirty="0"/>
              <a:t>That is all. </a:t>
            </a:r>
            <a:endParaRPr lang="en-US" altLang="en-US" dirty="0"/>
          </a:p>
          <a:p>
            <a:pPr lvl="1"/>
            <a:r>
              <a:rPr lang="en-US" altLang="en-US" dirty="0"/>
              <a:t>Thank you</a:t>
            </a:r>
            <a:endParaRPr lang="en-US" altLang="en-US" dirty="0"/>
          </a:p>
          <a:p>
            <a:pPr lvl="1"/>
            <a:endParaRPr lang="en-US" altLang="en-US" dirty="0"/>
          </a:p>
          <a:p>
            <a:pPr lvl="1"/>
            <a:r>
              <a:rPr lang="en-US" altLang="en-US" dirty="0"/>
              <a:t>Questions?</a:t>
            </a:r>
            <a:endParaRPr lang="en-US" altLang="en-US" dirty="0"/>
          </a:p>
        </p:txBody>
      </p:sp>
      <p:sp>
        <p:nvSpPr>
          <p:cNvPr id="4" name="灯片编号占位符 3"/>
          <p:cNvSpPr>
            <a:spLocks noGrp="1"/>
          </p:cNvSpPr>
          <p:nvPr>
            <p:ph type="sldNum" sz="quarter" idx="5"/>
          </p:nvPr>
        </p:nvSpPr>
        <p:spPr/>
        <p:txBody>
          <a:bodyPr/>
          <a:lstStyle/>
          <a:p>
            <a:fld id="{F421F1F6-98E6-40CD-A065-45AAF08E0AC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Picture Placeholder 5"/>
          <p:cNvSpPr>
            <a:spLocks noGrp="1"/>
          </p:cNvSpPr>
          <p:nvPr>
            <p:ph type="pic" sz="quarter" idx="10"/>
          </p:nvPr>
        </p:nvSpPr>
        <p:spPr>
          <a:xfrm>
            <a:off x="0" y="0"/>
            <a:ext cx="12192000" cy="6858000"/>
          </a:xfrm>
          <a:prstGeom prst="rect">
            <a:avLst/>
          </a:prstGeom>
          <a:solidFill>
            <a:schemeClr val="bg1">
              <a:lumMod val="95000"/>
              <a:alpha val="50000"/>
            </a:schemeClr>
          </a:solidFill>
        </p:spPr>
        <p:txBody>
          <a:bodyPr/>
          <a:lstStyle>
            <a:lvl1pPr marL="0" indent="0" algn="ctr">
              <a:buNone/>
              <a:defRPr sz="1750">
                <a:solidFill>
                  <a:schemeClr val="tx1">
                    <a:lumMod val="50000"/>
                    <a:lumOff val="50000"/>
                  </a:schemeClr>
                </a:solidFill>
              </a:defRPr>
            </a:lvl1pPr>
          </a:lstStyle>
          <a:p>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887788" y="1018594"/>
            <a:ext cx="3412736" cy="2410406"/>
          </a:xfrm>
          <a:custGeom>
            <a:avLst/>
            <a:gdLst>
              <a:gd name="connsiteX0" fmla="*/ 0 w 5451934"/>
              <a:gd name="connsiteY0" fmla="*/ 0 h 3856650"/>
              <a:gd name="connsiteX1" fmla="*/ 5451934 w 5451934"/>
              <a:gd name="connsiteY1" fmla="*/ 0 h 3856650"/>
              <a:gd name="connsiteX2" fmla="*/ 5451934 w 5451934"/>
              <a:gd name="connsiteY2" fmla="*/ 3856650 h 3856650"/>
              <a:gd name="connsiteX3" fmla="*/ 0 w 5451934"/>
              <a:gd name="connsiteY3" fmla="*/ 3856650 h 3856650"/>
            </a:gdLst>
            <a:ahLst/>
            <a:cxnLst>
              <a:cxn ang="0">
                <a:pos x="connsiteX0" y="connsiteY0"/>
              </a:cxn>
              <a:cxn ang="0">
                <a:pos x="connsiteX1" y="connsiteY1"/>
              </a:cxn>
              <a:cxn ang="0">
                <a:pos x="connsiteX2" y="connsiteY2"/>
              </a:cxn>
              <a:cxn ang="0">
                <a:pos x="connsiteX3" y="connsiteY3"/>
              </a:cxn>
            </a:cxnLst>
            <a:rect l="l" t="t" r="r" b="b"/>
            <a:pathLst>
              <a:path w="5451934" h="3856650">
                <a:moveTo>
                  <a:pt x="0" y="0"/>
                </a:moveTo>
                <a:lnTo>
                  <a:pt x="5451934" y="0"/>
                </a:lnTo>
                <a:lnTo>
                  <a:pt x="5451934" y="3856650"/>
                </a:lnTo>
                <a:lnTo>
                  <a:pt x="0" y="3856650"/>
                </a:lnTo>
                <a:close/>
              </a:path>
            </a:pathLst>
          </a:custGeom>
        </p:spPr>
        <p:txBody>
          <a:bodyPr wrap="square">
            <a:noAutofit/>
          </a:bodyPr>
          <a:lstStyle>
            <a:lvl1pPr marL="0" indent="0" algn="ctr">
              <a:buNone/>
              <a:defRPr sz="22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1+#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891476" y="1018594"/>
            <a:ext cx="3412736" cy="2410406"/>
          </a:xfrm>
          <a:custGeom>
            <a:avLst/>
            <a:gdLst>
              <a:gd name="connsiteX0" fmla="*/ 0 w 5451934"/>
              <a:gd name="connsiteY0" fmla="*/ 0 h 3856650"/>
              <a:gd name="connsiteX1" fmla="*/ 5451934 w 5451934"/>
              <a:gd name="connsiteY1" fmla="*/ 0 h 3856650"/>
              <a:gd name="connsiteX2" fmla="*/ 5451934 w 5451934"/>
              <a:gd name="connsiteY2" fmla="*/ 3856650 h 3856650"/>
              <a:gd name="connsiteX3" fmla="*/ 0 w 5451934"/>
              <a:gd name="connsiteY3" fmla="*/ 3856650 h 3856650"/>
            </a:gdLst>
            <a:ahLst/>
            <a:cxnLst>
              <a:cxn ang="0">
                <a:pos x="connsiteX0" y="connsiteY0"/>
              </a:cxn>
              <a:cxn ang="0">
                <a:pos x="connsiteX1" y="connsiteY1"/>
              </a:cxn>
              <a:cxn ang="0">
                <a:pos x="connsiteX2" y="connsiteY2"/>
              </a:cxn>
              <a:cxn ang="0">
                <a:pos x="connsiteX3" y="connsiteY3"/>
              </a:cxn>
            </a:cxnLst>
            <a:rect l="l" t="t" r="r" b="b"/>
            <a:pathLst>
              <a:path w="5451934" h="3856650">
                <a:moveTo>
                  <a:pt x="0" y="0"/>
                </a:moveTo>
                <a:lnTo>
                  <a:pt x="5451934" y="0"/>
                </a:lnTo>
                <a:lnTo>
                  <a:pt x="5451934" y="3856650"/>
                </a:lnTo>
                <a:lnTo>
                  <a:pt x="0" y="3856650"/>
                </a:lnTo>
                <a:close/>
              </a:path>
            </a:pathLst>
          </a:custGeom>
        </p:spPr>
        <p:txBody>
          <a:bodyPr wrap="square">
            <a:noAutofit/>
          </a:bodyPr>
          <a:lstStyle>
            <a:lvl1pPr marL="0" indent="0" algn="ctr">
              <a:buNone/>
              <a:defRPr sz="2250">
                <a:solidFill>
                  <a:schemeClr val="tx1">
                    <a:lumMod val="50000"/>
                    <a:lumOff val="50000"/>
                  </a:schemeClr>
                </a:solidFill>
              </a:defRPr>
            </a:lvl1pPr>
          </a:lstStyle>
          <a:p>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4885862" y="2115030"/>
            <a:ext cx="1967324" cy="2207785"/>
          </a:xfrm>
          <a:custGeom>
            <a:avLst/>
            <a:gdLst>
              <a:gd name="connsiteX0" fmla="*/ 1571643 w 3142852"/>
              <a:gd name="connsiteY0" fmla="*/ 0 h 3532456"/>
              <a:gd name="connsiteX1" fmla="*/ 1601512 w 3142852"/>
              <a:gd name="connsiteY1" fmla="*/ 1541 h 3532456"/>
              <a:gd name="connsiteX2" fmla="*/ 1632249 w 3142852"/>
              <a:gd name="connsiteY2" fmla="*/ 6384 h 3532456"/>
              <a:gd name="connsiteX3" fmla="*/ 1663850 w 3142852"/>
              <a:gd name="connsiteY3" fmla="*/ 14088 h 3532456"/>
              <a:gd name="connsiteX4" fmla="*/ 1696534 w 3142852"/>
              <a:gd name="connsiteY4" fmla="*/ 25093 h 3532456"/>
              <a:gd name="connsiteX5" fmla="*/ 1731167 w 3142852"/>
              <a:gd name="connsiteY5" fmla="*/ 39402 h 3532456"/>
              <a:gd name="connsiteX6" fmla="*/ 1767962 w 3142852"/>
              <a:gd name="connsiteY6" fmla="*/ 56570 h 3532456"/>
              <a:gd name="connsiteX7" fmla="*/ 1807356 w 3142852"/>
              <a:gd name="connsiteY7" fmla="*/ 77042 h 3532456"/>
              <a:gd name="connsiteX8" fmla="*/ 1849781 w 3142852"/>
              <a:gd name="connsiteY8" fmla="*/ 100374 h 3532456"/>
              <a:gd name="connsiteX9" fmla="*/ 1895668 w 3142852"/>
              <a:gd name="connsiteY9" fmla="*/ 127229 h 3532456"/>
              <a:gd name="connsiteX10" fmla="*/ 1945668 w 3142852"/>
              <a:gd name="connsiteY10" fmla="*/ 156945 h 3532456"/>
              <a:gd name="connsiteX11" fmla="*/ 1999997 w 3142852"/>
              <a:gd name="connsiteY11" fmla="*/ 190182 h 3532456"/>
              <a:gd name="connsiteX12" fmla="*/ 2059304 w 3142852"/>
              <a:gd name="connsiteY12" fmla="*/ 226062 h 3532456"/>
              <a:gd name="connsiteX13" fmla="*/ 2123806 w 3142852"/>
              <a:gd name="connsiteY13" fmla="*/ 265462 h 3532456"/>
              <a:gd name="connsiteX14" fmla="*/ 2193936 w 3142852"/>
              <a:gd name="connsiteY14" fmla="*/ 307725 h 3532456"/>
              <a:gd name="connsiteX15" fmla="*/ 2270342 w 3142852"/>
              <a:gd name="connsiteY15" fmla="*/ 353510 h 3532456"/>
              <a:gd name="connsiteX16" fmla="*/ 2353459 w 3142852"/>
              <a:gd name="connsiteY16" fmla="*/ 401935 h 3532456"/>
              <a:gd name="connsiteX17" fmla="*/ 2436576 w 3142852"/>
              <a:gd name="connsiteY17" fmla="*/ 450142 h 3532456"/>
              <a:gd name="connsiteX18" fmla="*/ 2514065 w 3142852"/>
              <a:gd name="connsiteY18" fmla="*/ 493945 h 3532456"/>
              <a:gd name="connsiteX19" fmla="*/ 2585493 w 3142852"/>
              <a:gd name="connsiteY19" fmla="*/ 534007 h 3532456"/>
              <a:gd name="connsiteX20" fmla="*/ 2651727 w 3142852"/>
              <a:gd name="connsiteY20" fmla="*/ 570766 h 3532456"/>
              <a:gd name="connsiteX21" fmla="*/ 2712117 w 3142852"/>
              <a:gd name="connsiteY21" fmla="*/ 604225 h 3532456"/>
              <a:gd name="connsiteX22" fmla="*/ 2767744 w 3142852"/>
              <a:gd name="connsiteY22" fmla="*/ 635262 h 3532456"/>
              <a:gd name="connsiteX23" fmla="*/ 2818394 w 3142852"/>
              <a:gd name="connsiteY23" fmla="*/ 663876 h 3532456"/>
              <a:gd name="connsiteX24" fmla="*/ 2864281 w 3142852"/>
              <a:gd name="connsiteY24" fmla="*/ 690511 h 3532456"/>
              <a:gd name="connsiteX25" fmla="*/ 2905840 w 3142852"/>
              <a:gd name="connsiteY25" fmla="*/ 716044 h 3532456"/>
              <a:gd name="connsiteX26" fmla="*/ 2943286 w 3142852"/>
              <a:gd name="connsiteY26" fmla="*/ 740037 h 3532456"/>
              <a:gd name="connsiteX27" fmla="*/ 2976186 w 3142852"/>
              <a:gd name="connsiteY27" fmla="*/ 763370 h 3532456"/>
              <a:gd name="connsiteX28" fmla="*/ 3005840 w 3142852"/>
              <a:gd name="connsiteY28" fmla="*/ 786702 h 3532456"/>
              <a:gd name="connsiteX29" fmla="*/ 3031813 w 3142852"/>
              <a:gd name="connsiteY29" fmla="*/ 809595 h 3532456"/>
              <a:gd name="connsiteX30" fmla="*/ 3054108 w 3142852"/>
              <a:gd name="connsiteY30" fmla="*/ 833147 h 3532456"/>
              <a:gd name="connsiteX31" fmla="*/ 3073588 w 3142852"/>
              <a:gd name="connsiteY31" fmla="*/ 857580 h 3532456"/>
              <a:gd name="connsiteX32" fmla="*/ 3090038 w 3142852"/>
              <a:gd name="connsiteY32" fmla="*/ 883114 h 3532456"/>
              <a:gd name="connsiteX33" fmla="*/ 3103675 w 3142852"/>
              <a:gd name="connsiteY33" fmla="*/ 910189 h 3532456"/>
              <a:gd name="connsiteX34" fmla="*/ 3114930 w 3142852"/>
              <a:gd name="connsiteY34" fmla="*/ 939245 h 3532456"/>
              <a:gd name="connsiteX35" fmla="*/ 3124021 w 3142852"/>
              <a:gd name="connsiteY35" fmla="*/ 970722 h 3532456"/>
              <a:gd name="connsiteX36" fmla="*/ 3130731 w 3142852"/>
              <a:gd name="connsiteY36" fmla="*/ 1004840 h 3532456"/>
              <a:gd name="connsiteX37" fmla="*/ 3136142 w 3142852"/>
              <a:gd name="connsiteY37" fmla="*/ 1042039 h 3532456"/>
              <a:gd name="connsiteX38" fmla="*/ 3139605 w 3142852"/>
              <a:gd name="connsiteY38" fmla="*/ 1082762 h 3532456"/>
              <a:gd name="connsiteX39" fmla="*/ 3141770 w 3142852"/>
              <a:gd name="connsiteY39" fmla="*/ 1127225 h 3532456"/>
              <a:gd name="connsiteX40" fmla="*/ 3142636 w 3142852"/>
              <a:gd name="connsiteY40" fmla="*/ 1176091 h 3532456"/>
              <a:gd name="connsiteX41" fmla="*/ 3142852 w 3142852"/>
              <a:gd name="connsiteY41" fmla="*/ 1229800 h 3532456"/>
              <a:gd name="connsiteX42" fmla="*/ 3142203 w 3142852"/>
              <a:gd name="connsiteY42" fmla="*/ 1288352 h 3532456"/>
              <a:gd name="connsiteX43" fmla="*/ 3140904 w 3142852"/>
              <a:gd name="connsiteY43" fmla="*/ 1351966 h 3532456"/>
              <a:gd name="connsiteX44" fmla="*/ 3139605 w 3142852"/>
              <a:gd name="connsiteY44" fmla="*/ 1421743 h 3532456"/>
              <a:gd name="connsiteX45" fmla="*/ 3138090 w 3142852"/>
              <a:gd name="connsiteY45" fmla="*/ 1497684 h 3532456"/>
              <a:gd name="connsiteX46" fmla="*/ 3136791 w 3142852"/>
              <a:gd name="connsiteY46" fmla="*/ 1580009 h 3532456"/>
              <a:gd name="connsiteX47" fmla="*/ 3135709 w 3142852"/>
              <a:gd name="connsiteY47" fmla="*/ 1669596 h 3532456"/>
              <a:gd name="connsiteX48" fmla="*/ 3135277 w 3142852"/>
              <a:gd name="connsiteY48" fmla="*/ 1766229 h 3532456"/>
              <a:gd name="connsiteX49" fmla="*/ 3135709 w 3142852"/>
              <a:gd name="connsiteY49" fmla="*/ 1862860 h 3532456"/>
              <a:gd name="connsiteX50" fmla="*/ 3136791 w 3142852"/>
              <a:gd name="connsiteY50" fmla="*/ 1952449 h 3532456"/>
              <a:gd name="connsiteX51" fmla="*/ 3138090 w 3142852"/>
              <a:gd name="connsiteY51" fmla="*/ 2034773 h 3532456"/>
              <a:gd name="connsiteX52" fmla="*/ 3139605 w 3142852"/>
              <a:gd name="connsiteY52" fmla="*/ 2110713 h 3532456"/>
              <a:gd name="connsiteX53" fmla="*/ 3140904 w 3142852"/>
              <a:gd name="connsiteY53" fmla="*/ 2180490 h 3532456"/>
              <a:gd name="connsiteX54" fmla="*/ 3142203 w 3142852"/>
              <a:gd name="connsiteY54" fmla="*/ 2244105 h 3532456"/>
              <a:gd name="connsiteX55" fmla="*/ 3142852 w 3142852"/>
              <a:gd name="connsiteY55" fmla="*/ 2302656 h 3532456"/>
              <a:gd name="connsiteX56" fmla="*/ 3142636 w 3142852"/>
              <a:gd name="connsiteY56" fmla="*/ 2356365 h 3532456"/>
              <a:gd name="connsiteX57" fmla="*/ 3141770 w 3142852"/>
              <a:gd name="connsiteY57" fmla="*/ 2405231 h 3532456"/>
              <a:gd name="connsiteX58" fmla="*/ 3139605 w 3142852"/>
              <a:gd name="connsiteY58" fmla="*/ 2449695 h 3532456"/>
              <a:gd name="connsiteX59" fmla="*/ 3136142 w 3142852"/>
              <a:gd name="connsiteY59" fmla="*/ 2490417 h 3532456"/>
              <a:gd name="connsiteX60" fmla="*/ 3130948 w 3142852"/>
              <a:gd name="connsiteY60" fmla="*/ 2527617 h 3532456"/>
              <a:gd name="connsiteX61" fmla="*/ 3124021 w 3142852"/>
              <a:gd name="connsiteY61" fmla="*/ 2561736 h 3532456"/>
              <a:gd name="connsiteX62" fmla="*/ 3114930 w 3142852"/>
              <a:gd name="connsiteY62" fmla="*/ 2593213 h 3532456"/>
              <a:gd name="connsiteX63" fmla="*/ 3103675 w 3142852"/>
              <a:gd name="connsiteY63" fmla="*/ 2622267 h 3532456"/>
              <a:gd name="connsiteX64" fmla="*/ 3090038 w 3142852"/>
              <a:gd name="connsiteY64" fmla="*/ 2649342 h 3532456"/>
              <a:gd name="connsiteX65" fmla="*/ 3073588 w 3142852"/>
              <a:gd name="connsiteY65" fmla="*/ 2674876 h 3532456"/>
              <a:gd name="connsiteX66" fmla="*/ 3054108 w 3142852"/>
              <a:gd name="connsiteY66" fmla="*/ 2699309 h 3532456"/>
              <a:gd name="connsiteX67" fmla="*/ 3031813 w 3142852"/>
              <a:gd name="connsiteY67" fmla="*/ 2722862 h 3532456"/>
              <a:gd name="connsiteX68" fmla="*/ 3005840 w 3142852"/>
              <a:gd name="connsiteY68" fmla="*/ 2745754 h 3532456"/>
              <a:gd name="connsiteX69" fmla="*/ 2976402 w 3142852"/>
              <a:gd name="connsiteY69" fmla="*/ 2769086 h 3532456"/>
              <a:gd name="connsiteX70" fmla="*/ 2943286 w 3142852"/>
              <a:gd name="connsiteY70" fmla="*/ 2792419 h 3532456"/>
              <a:gd name="connsiteX71" fmla="*/ 2905840 w 3142852"/>
              <a:gd name="connsiteY71" fmla="*/ 2816632 h 3532456"/>
              <a:gd name="connsiteX72" fmla="*/ 2864498 w 3142852"/>
              <a:gd name="connsiteY72" fmla="*/ 2841945 h 3532456"/>
              <a:gd name="connsiteX73" fmla="*/ 2818394 w 3142852"/>
              <a:gd name="connsiteY73" fmla="*/ 2868580 h 3532456"/>
              <a:gd name="connsiteX74" fmla="*/ 2767744 w 3142852"/>
              <a:gd name="connsiteY74" fmla="*/ 2897196 h 3532456"/>
              <a:gd name="connsiteX75" fmla="*/ 2712117 w 3142852"/>
              <a:gd name="connsiteY75" fmla="*/ 2928232 h 3532456"/>
              <a:gd name="connsiteX76" fmla="*/ 2651727 w 3142852"/>
              <a:gd name="connsiteY76" fmla="*/ 2961910 h 3532456"/>
              <a:gd name="connsiteX77" fmla="*/ 2585493 w 3142852"/>
              <a:gd name="connsiteY77" fmla="*/ 2998669 h 3532456"/>
              <a:gd name="connsiteX78" fmla="*/ 2514065 w 3142852"/>
              <a:gd name="connsiteY78" fmla="*/ 3038511 h 3532456"/>
              <a:gd name="connsiteX79" fmla="*/ 2436576 w 3142852"/>
              <a:gd name="connsiteY79" fmla="*/ 3082314 h 3532456"/>
              <a:gd name="connsiteX80" fmla="*/ 2353459 w 3142852"/>
              <a:gd name="connsiteY80" fmla="*/ 3130521 h 3532456"/>
              <a:gd name="connsiteX81" fmla="*/ 2270342 w 3142852"/>
              <a:gd name="connsiteY81" fmla="*/ 3178947 h 3532456"/>
              <a:gd name="connsiteX82" fmla="*/ 2193936 w 3142852"/>
              <a:gd name="connsiteY82" fmla="*/ 3224731 h 3532456"/>
              <a:gd name="connsiteX83" fmla="*/ 2123806 w 3142852"/>
              <a:gd name="connsiteY83" fmla="*/ 3266994 h 3532456"/>
              <a:gd name="connsiteX84" fmla="*/ 2059304 w 3142852"/>
              <a:gd name="connsiteY84" fmla="*/ 3306395 h 3532456"/>
              <a:gd name="connsiteX85" fmla="*/ 1999997 w 3142852"/>
              <a:gd name="connsiteY85" fmla="*/ 3342274 h 3532456"/>
              <a:gd name="connsiteX86" fmla="*/ 1945668 w 3142852"/>
              <a:gd name="connsiteY86" fmla="*/ 3375513 h 3532456"/>
              <a:gd name="connsiteX87" fmla="*/ 1895668 w 3142852"/>
              <a:gd name="connsiteY87" fmla="*/ 3405228 h 3532456"/>
              <a:gd name="connsiteX88" fmla="*/ 1849781 w 3142852"/>
              <a:gd name="connsiteY88" fmla="*/ 3432083 h 3532456"/>
              <a:gd name="connsiteX89" fmla="*/ 1807356 w 3142852"/>
              <a:gd name="connsiteY89" fmla="*/ 3455415 h 3532456"/>
              <a:gd name="connsiteX90" fmla="*/ 1767962 w 3142852"/>
              <a:gd name="connsiteY90" fmla="*/ 3475886 h 3532456"/>
              <a:gd name="connsiteX91" fmla="*/ 1731167 w 3142852"/>
              <a:gd name="connsiteY91" fmla="*/ 3493055 h 3532456"/>
              <a:gd name="connsiteX92" fmla="*/ 1696534 w 3142852"/>
              <a:gd name="connsiteY92" fmla="*/ 3507363 h 3532456"/>
              <a:gd name="connsiteX93" fmla="*/ 1663850 w 3142852"/>
              <a:gd name="connsiteY93" fmla="*/ 3518369 h 3532456"/>
              <a:gd name="connsiteX94" fmla="*/ 1632249 w 3142852"/>
              <a:gd name="connsiteY94" fmla="*/ 3526073 h 3532456"/>
              <a:gd name="connsiteX95" fmla="*/ 1601512 w 3142852"/>
              <a:gd name="connsiteY95" fmla="*/ 3530916 h 3532456"/>
              <a:gd name="connsiteX96" fmla="*/ 1571643 w 3142852"/>
              <a:gd name="connsiteY96" fmla="*/ 3532456 h 3532456"/>
              <a:gd name="connsiteX97" fmla="*/ 1541339 w 3142852"/>
              <a:gd name="connsiteY97" fmla="*/ 3530916 h 3532456"/>
              <a:gd name="connsiteX98" fmla="*/ 1510604 w 3142852"/>
              <a:gd name="connsiteY98" fmla="*/ 3526073 h 3532456"/>
              <a:gd name="connsiteX99" fmla="*/ 1479003 w 3142852"/>
              <a:gd name="connsiteY99" fmla="*/ 3518369 h 3532456"/>
              <a:gd name="connsiteX100" fmla="*/ 1446318 w 3142852"/>
              <a:gd name="connsiteY100" fmla="*/ 3507363 h 3532456"/>
              <a:gd name="connsiteX101" fmla="*/ 1411687 w 3142852"/>
              <a:gd name="connsiteY101" fmla="*/ 3493055 h 3532456"/>
              <a:gd name="connsiteX102" fmla="*/ 1374890 w 3142852"/>
              <a:gd name="connsiteY102" fmla="*/ 3475886 h 3532456"/>
              <a:gd name="connsiteX103" fmla="*/ 1335496 w 3142852"/>
              <a:gd name="connsiteY103" fmla="*/ 3455415 h 3532456"/>
              <a:gd name="connsiteX104" fmla="*/ 1293071 w 3142852"/>
              <a:gd name="connsiteY104" fmla="*/ 3432083 h 3532456"/>
              <a:gd name="connsiteX105" fmla="*/ 1247184 w 3142852"/>
              <a:gd name="connsiteY105" fmla="*/ 3405228 h 3532456"/>
              <a:gd name="connsiteX106" fmla="*/ 1197184 w 3142852"/>
              <a:gd name="connsiteY106" fmla="*/ 3375513 h 3532456"/>
              <a:gd name="connsiteX107" fmla="*/ 1142856 w 3142852"/>
              <a:gd name="connsiteY107" fmla="*/ 3342274 h 3532456"/>
              <a:gd name="connsiteX108" fmla="*/ 1083548 w 3142852"/>
              <a:gd name="connsiteY108" fmla="*/ 3306395 h 3532456"/>
              <a:gd name="connsiteX109" fmla="*/ 1019046 w 3142852"/>
              <a:gd name="connsiteY109" fmla="*/ 3266994 h 3532456"/>
              <a:gd name="connsiteX110" fmla="*/ 948917 w 3142852"/>
              <a:gd name="connsiteY110" fmla="*/ 3224731 h 3532456"/>
              <a:gd name="connsiteX111" fmla="*/ 872510 w 3142852"/>
              <a:gd name="connsiteY111" fmla="*/ 3178947 h 3532456"/>
              <a:gd name="connsiteX112" fmla="*/ 789393 w 3142852"/>
              <a:gd name="connsiteY112" fmla="*/ 3130521 h 3532456"/>
              <a:gd name="connsiteX113" fmla="*/ 706276 w 3142852"/>
              <a:gd name="connsiteY113" fmla="*/ 3082314 h 3532456"/>
              <a:gd name="connsiteX114" fmla="*/ 628786 w 3142852"/>
              <a:gd name="connsiteY114" fmla="*/ 3038511 h 3532456"/>
              <a:gd name="connsiteX115" fmla="*/ 557359 w 3142852"/>
              <a:gd name="connsiteY115" fmla="*/ 2998450 h 3532456"/>
              <a:gd name="connsiteX116" fmla="*/ 491125 w 3142852"/>
              <a:gd name="connsiteY116" fmla="*/ 2961690 h 3532456"/>
              <a:gd name="connsiteX117" fmla="*/ 430735 w 3142852"/>
              <a:gd name="connsiteY117" fmla="*/ 2928232 h 3532456"/>
              <a:gd name="connsiteX118" fmla="*/ 375108 w 3142852"/>
              <a:gd name="connsiteY118" fmla="*/ 2897196 h 3532456"/>
              <a:gd name="connsiteX119" fmla="*/ 324458 w 3142852"/>
              <a:gd name="connsiteY119" fmla="*/ 2868580 h 3532456"/>
              <a:gd name="connsiteX120" fmla="*/ 278571 w 3142852"/>
              <a:gd name="connsiteY120" fmla="*/ 2841945 h 3532456"/>
              <a:gd name="connsiteX121" fmla="*/ 237012 w 3142852"/>
              <a:gd name="connsiteY121" fmla="*/ 2816412 h 3532456"/>
              <a:gd name="connsiteX122" fmla="*/ 199567 w 3142852"/>
              <a:gd name="connsiteY122" fmla="*/ 2792419 h 3532456"/>
              <a:gd name="connsiteX123" fmla="*/ 166667 w 3142852"/>
              <a:gd name="connsiteY123" fmla="*/ 2769086 h 3532456"/>
              <a:gd name="connsiteX124" fmla="*/ 137013 w 3142852"/>
              <a:gd name="connsiteY124" fmla="*/ 2745754 h 3532456"/>
              <a:gd name="connsiteX125" fmla="*/ 111039 w 3142852"/>
              <a:gd name="connsiteY125" fmla="*/ 2722862 h 3532456"/>
              <a:gd name="connsiteX126" fmla="*/ 88744 w 3142852"/>
              <a:gd name="connsiteY126" fmla="*/ 2699309 h 3532456"/>
              <a:gd name="connsiteX127" fmla="*/ 69264 w 3142852"/>
              <a:gd name="connsiteY127" fmla="*/ 2674876 h 3532456"/>
              <a:gd name="connsiteX128" fmla="*/ 52814 w 3142852"/>
              <a:gd name="connsiteY128" fmla="*/ 2649342 h 3532456"/>
              <a:gd name="connsiteX129" fmla="*/ 39178 w 3142852"/>
              <a:gd name="connsiteY129" fmla="*/ 2622267 h 3532456"/>
              <a:gd name="connsiteX130" fmla="*/ 27922 w 3142852"/>
              <a:gd name="connsiteY130" fmla="*/ 2593213 h 3532456"/>
              <a:gd name="connsiteX131" fmla="*/ 18831 w 3142852"/>
              <a:gd name="connsiteY131" fmla="*/ 2561736 h 3532456"/>
              <a:gd name="connsiteX132" fmla="*/ 12121 w 3142852"/>
              <a:gd name="connsiteY132" fmla="*/ 2527617 h 3532456"/>
              <a:gd name="connsiteX133" fmla="*/ 6710 w 3142852"/>
              <a:gd name="connsiteY133" fmla="*/ 2490417 h 3532456"/>
              <a:gd name="connsiteX134" fmla="*/ 3246 w 3142852"/>
              <a:gd name="connsiteY134" fmla="*/ 2449695 h 3532456"/>
              <a:gd name="connsiteX135" fmla="*/ 1082 w 3142852"/>
              <a:gd name="connsiteY135" fmla="*/ 2405231 h 3532456"/>
              <a:gd name="connsiteX136" fmla="*/ 216 w 3142852"/>
              <a:gd name="connsiteY136" fmla="*/ 2356365 h 3532456"/>
              <a:gd name="connsiteX137" fmla="*/ 0 w 3142852"/>
              <a:gd name="connsiteY137" fmla="*/ 2302656 h 3532456"/>
              <a:gd name="connsiteX138" fmla="*/ 649 w 3142852"/>
              <a:gd name="connsiteY138" fmla="*/ 2244105 h 3532456"/>
              <a:gd name="connsiteX139" fmla="*/ 1948 w 3142852"/>
              <a:gd name="connsiteY139" fmla="*/ 2180490 h 3532456"/>
              <a:gd name="connsiteX140" fmla="*/ 3246 w 3142852"/>
              <a:gd name="connsiteY140" fmla="*/ 2110713 h 3532456"/>
              <a:gd name="connsiteX141" fmla="*/ 4762 w 3142852"/>
              <a:gd name="connsiteY141" fmla="*/ 2034773 h 3532456"/>
              <a:gd name="connsiteX142" fmla="*/ 6061 w 3142852"/>
              <a:gd name="connsiteY142" fmla="*/ 1952449 h 3532456"/>
              <a:gd name="connsiteX143" fmla="*/ 7143 w 3142852"/>
              <a:gd name="connsiteY143" fmla="*/ 1862860 h 3532456"/>
              <a:gd name="connsiteX144" fmla="*/ 7576 w 3142852"/>
              <a:gd name="connsiteY144" fmla="*/ 1766229 h 3532456"/>
              <a:gd name="connsiteX145" fmla="*/ 7143 w 3142852"/>
              <a:gd name="connsiteY145" fmla="*/ 1669596 h 3532456"/>
              <a:gd name="connsiteX146" fmla="*/ 6061 w 3142852"/>
              <a:gd name="connsiteY146" fmla="*/ 1580009 h 3532456"/>
              <a:gd name="connsiteX147" fmla="*/ 4762 w 3142852"/>
              <a:gd name="connsiteY147" fmla="*/ 1497684 h 3532456"/>
              <a:gd name="connsiteX148" fmla="*/ 3246 w 3142852"/>
              <a:gd name="connsiteY148" fmla="*/ 1421743 h 3532456"/>
              <a:gd name="connsiteX149" fmla="*/ 1948 w 3142852"/>
              <a:gd name="connsiteY149" fmla="*/ 1351966 h 3532456"/>
              <a:gd name="connsiteX150" fmla="*/ 649 w 3142852"/>
              <a:gd name="connsiteY150" fmla="*/ 1288352 h 3532456"/>
              <a:gd name="connsiteX151" fmla="*/ 0 w 3142852"/>
              <a:gd name="connsiteY151" fmla="*/ 1229800 h 3532456"/>
              <a:gd name="connsiteX152" fmla="*/ 216 w 3142852"/>
              <a:gd name="connsiteY152" fmla="*/ 1176091 h 3532456"/>
              <a:gd name="connsiteX153" fmla="*/ 1082 w 3142852"/>
              <a:gd name="connsiteY153" fmla="*/ 1127225 h 3532456"/>
              <a:gd name="connsiteX154" fmla="*/ 3246 w 3142852"/>
              <a:gd name="connsiteY154" fmla="*/ 1082762 h 3532456"/>
              <a:gd name="connsiteX155" fmla="*/ 6710 w 3142852"/>
              <a:gd name="connsiteY155" fmla="*/ 1042039 h 3532456"/>
              <a:gd name="connsiteX156" fmla="*/ 11905 w 3142852"/>
              <a:gd name="connsiteY156" fmla="*/ 1004840 h 3532456"/>
              <a:gd name="connsiteX157" fmla="*/ 18831 w 3142852"/>
              <a:gd name="connsiteY157" fmla="*/ 970722 h 3532456"/>
              <a:gd name="connsiteX158" fmla="*/ 27922 w 3142852"/>
              <a:gd name="connsiteY158" fmla="*/ 939245 h 3532456"/>
              <a:gd name="connsiteX159" fmla="*/ 39178 w 3142852"/>
              <a:gd name="connsiteY159" fmla="*/ 910189 h 3532456"/>
              <a:gd name="connsiteX160" fmla="*/ 52814 w 3142852"/>
              <a:gd name="connsiteY160" fmla="*/ 883114 h 3532456"/>
              <a:gd name="connsiteX161" fmla="*/ 69264 w 3142852"/>
              <a:gd name="connsiteY161" fmla="*/ 857580 h 3532456"/>
              <a:gd name="connsiteX162" fmla="*/ 88744 w 3142852"/>
              <a:gd name="connsiteY162" fmla="*/ 833147 h 3532456"/>
              <a:gd name="connsiteX163" fmla="*/ 111039 w 3142852"/>
              <a:gd name="connsiteY163" fmla="*/ 809595 h 3532456"/>
              <a:gd name="connsiteX164" fmla="*/ 137013 w 3142852"/>
              <a:gd name="connsiteY164" fmla="*/ 786702 h 3532456"/>
              <a:gd name="connsiteX165" fmla="*/ 166450 w 3142852"/>
              <a:gd name="connsiteY165" fmla="*/ 763370 h 3532456"/>
              <a:gd name="connsiteX166" fmla="*/ 199567 w 3142852"/>
              <a:gd name="connsiteY166" fmla="*/ 740037 h 3532456"/>
              <a:gd name="connsiteX167" fmla="*/ 237012 w 3142852"/>
              <a:gd name="connsiteY167" fmla="*/ 715825 h 3532456"/>
              <a:gd name="connsiteX168" fmla="*/ 278354 w 3142852"/>
              <a:gd name="connsiteY168" fmla="*/ 690511 h 3532456"/>
              <a:gd name="connsiteX169" fmla="*/ 324458 w 3142852"/>
              <a:gd name="connsiteY169" fmla="*/ 663876 h 3532456"/>
              <a:gd name="connsiteX170" fmla="*/ 375108 w 3142852"/>
              <a:gd name="connsiteY170" fmla="*/ 635262 h 3532456"/>
              <a:gd name="connsiteX171" fmla="*/ 430735 w 3142852"/>
              <a:gd name="connsiteY171" fmla="*/ 604225 h 3532456"/>
              <a:gd name="connsiteX172" fmla="*/ 491125 w 3142852"/>
              <a:gd name="connsiteY172" fmla="*/ 570547 h 3532456"/>
              <a:gd name="connsiteX173" fmla="*/ 557359 w 3142852"/>
              <a:gd name="connsiteY173" fmla="*/ 533787 h 3532456"/>
              <a:gd name="connsiteX174" fmla="*/ 628786 w 3142852"/>
              <a:gd name="connsiteY174" fmla="*/ 493945 h 3532456"/>
              <a:gd name="connsiteX175" fmla="*/ 706276 w 3142852"/>
              <a:gd name="connsiteY175" fmla="*/ 450142 h 3532456"/>
              <a:gd name="connsiteX176" fmla="*/ 789393 w 3142852"/>
              <a:gd name="connsiteY176" fmla="*/ 401935 h 3532456"/>
              <a:gd name="connsiteX177" fmla="*/ 872510 w 3142852"/>
              <a:gd name="connsiteY177" fmla="*/ 353510 h 3532456"/>
              <a:gd name="connsiteX178" fmla="*/ 948917 w 3142852"/>
              <a:gd name="connsiteY178" fmla="*/ 307725 h 3532456"/>
              <a:gd name="connsiteX179" fmla="*/ 1019046 w 3142852"/>
              <a:gd name="connsiteY179" fmla="*/ 265462 h 3532456"/>
              <a:gd name="connsiteX180" fmla="*/ 1083548 w 3142852"/>
              <a:gd name="connsiteY180" fmla="*/ 226062 h 3532456"/>
              <a:gd name="connsiteX181" fmla="*/ 1142856 w 3142852"/>
              <a:gd name="connsiteY181" fmla="*/ 190182 h 3532456"/>
              <a:gd name="connsiteX182" fmla="*/ 1197184 w 3142852"/>
              <a:gd name="connsiteY182" fmla="*/ 156945 h 3532456"/>
              <a:gd name="connsiteX183" fmla="*/ 1247184 w 3142852"/>
              <a:gd name="connsiteY183" fmla="*/ 127229 h 3532456"/>
              <a:gd name="connsiteX184" fmla="*/ 1293071 w 3142852"/>
              <a:gd name="connsiteY184" fmla="*/ 100374 h 3532456"/>
              <a:gd name="connsiteX185" fmla="*/ 1335496 w 3142852"/>
              <a:gd name="connsiteY185" fmla="*/ 77042 h 3532456"/>
              <a:gd name="connsiteX186" fmla="*/ 1374890 w 3142852"/>
              <a:gd name="connsiteY186" fmla="*/ 56570 h 3532456"/>
              <a:gd name="connsiteX187" fmla="*/ 1411687 w 3142852"/>
              <a:gd name="connsiteY187" fmla="*/ 39402 h 3532456"/>
              <a:gd name="connsiteX188" fmla="*/ 1446318 w 3142852"/>
              <a:gd name="connsiteY188" fmla="*/ 25093 h 3532456"/>
              <a:gd name="connsiteX189" fmla="*/ 1479003 w 3142852"/>
              <a:gd name="connsiteY189" fmla="*/ 14088 h 3532456"/>
              <a:gd name="connsiteX190" fmla="*/ 1510604 w 3142852"/>
              <a:gd name="connsiteY190" fmla="*/ 6384 h 3532456"/>
              <a:gd name="connsiteX191" fmla="*/ 1541339 w 3142852"/>
              <a:gd name="connsiteY191" fmla="*/ 1541 h 353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142852" h="3532456">
                <a:moveTo>
                  <a:pt x="1571643" y="0"/>
                </a:moveTo>
                <a:lnTo>
                  <a:pt x="1601512" y="1541"/>
                </a:lnTo>
                <a:lnTo>
                  <a:pt x="1632249" y="6384"/>
                </a:lnTo>
                <a:lnTo>
                  <a:pt x="1663850" y="14088"/>
                </a:lnTo>
                <a:lnTo>
                  <a:pt x="1696534" y="25093"/>
                </a:lnTo>
                <a:lnTo>
                  <a:pt x="1731167" y="39402"/>
                </a:lnTo>
                <a:lnTo>
                  <a:pt x="1767962" y="56570"/>
                </a:lnTo>
                <a:lnTo>
                  <a:pt x="1807356" y="77042"/>
                </a:lnTo>
                <a:lnTo>
                  <a:pt x="1849781" y="100374"/>
                </a:lnTo>
                <a:lnTo>
                  <a:pt x="1895668" y="127229"/>
                </a:lnTo>
                <a:lnTo>
                  <a:pt x="1945668" y="156945"/>
                </a:lnTo>
                <a:lnTo>
                  <a:pt x="1999997" y="190182"/>
                </a:lnTo>
                <a:lnTo>
                  <a:pt x="2059304" y="226062"/>
                </a:lnTo>
                <a:lnTo>
                  <a:pt x="2123806" y="265462"/>
                </a:lnTo>
                <a:lnTo>
                  <a:pt x="2193936" y="307725"/>
                </a:lnTo>
                <a:lnTo>
                  <a:pt x="2270342" y="353510"/>
                </a:lnTo>
                <a:lnTo>
                  <a:pt x="2353459" y="401935"/>
                </a:lnTo>
                <a:lnTo>
                  <a:pt x="2436576" y="450142"/>
                </a:lnTo>
                <a:lnTo>
                  <a:pt x="2514065" y="493945"/>
                </a:lnTo>
                <a:lnTo>
                  <a:pt x="2585493" y="534007"/>
                </a:lnTo>
                <a:lnTo>
                  <a:pt x="2651727" y="570766"/>
                </a:lnTo>
                <a:lnTo>
                  <a:pt x="2712117" y="604225"/>
                </a:lnTo>
                <a:lnTo>
                  <a:pt x="2767744" y="635262"/>
                </a:lnTo>
                <a:lnTo>
                  <a:pt x="2818394" y="663876"/>
                </a:lnTo>
                <a:lnTo>
                  <a:pt x="2864281" y="690511"/>
                </a:lnTo>
                <a:lnTo>
                  <a:pt x="2905840" y="716044"/>
                </a:lnTo>
                <a:lnTo>
                  <a:pt x="2943286" y="740037"/>
                </a:lnTo>
                <a:lnTo>
                  <a:pt x="2976186" y="763370"/>
                </a:lnTo>
                <a:lnTo>
                  <a:pt x="3005840" y="786702"/>
                </a:lnTo>
                <a:lnTo>
                  <a:pt x="3031813" y="809595"/>
                </a:lnTo>
                <a:lnTo>
                  <a:pt x="3054108" y="833147"/>
                </a:lnTo>
                <a:lnTo>
                  <a:pt x="3073588" y="857580"/>
                </a:lnTo>
                <a:lnTo>
                  <a:pt x="3090038" y="883114"/>
                </a:lnTo>
                <a:lnTo>
                  <a:pt x="3103675" y="910189"/>
                </a:lnTo>
                <a:lnTo>
                  <a:pt x="3114930" y="939245"/>
                </a:lnTo>
                <a:lnTo>
                  <a:pt x="3124021" y="970722"/>
                </a:lnTo>
                <a:lnTo>
                  <a:pt x="3130731" y="1004840"/>
                </a:lnTo>
                <a:lnTo>
                  <a:pt x="3136142" y="1042039"/>
                </a:lnTo>
                <a:lnTo>
                  <a:pt x="3139605" y="1082762"/>
                </a:lnTo>
                <a:lnTo>
                  <a:pt x="3141770" y="1127225"/>
                </a:lnTo>
                <a:lnTo>
                  <a:pt x="3142636" y="1176091"/>
                </a:lnTo>
                <a:lnTo>
                  <a:pt x="3142852" y="1229800"/>
                </a:lnTo>
                <a:lnTo>
                  <a:pt x="3142203" y="1288352"/>
                </a:lnTo>
                <a:lnTo>
                  <a:pt x="3140904" y="1351966"/>
                </a:lnTo>
                <a:lnTo>
                  <a:pt x="3139605" y="1421743"/>
                </a:lnTo>
                <a:lnTo>
                  <a:pt x="3138090" y="1497684"/>
                </a:lnTo>
                <a:lnTo>
                  <a:pt x="3136791" y="1580009"/>
                </a:lnTo>
                <a:lnTo>
                  <a:pt x="3135709" y="1669596"/>
                </a:lnTo>
                <a:lnTo>
                  <a:pt x="3135277" y="1766229"/>
                </a:lnTo>
                <a:lnTo>
                  <a:pt x="3135709" y="1862860"/>
                </a:lnTo>
                <a:lnTo>
                  <a:pt x="3136791" y="1952449"/>
                </a:lnTo>
                <a:lnTo>
                  <a:pt x="3138090" y="2034773"/>
                </a:lnTo>
                <a:lnTo>
                  <a:pt x="3139605" y="2110713"/>
                </a:lnTo>
                <a:lnTo>
                  <a:pt x="3140904" y="2180490"/>
                </a:lnTo>
                <a:lnTo>
                  <a:pt x="3142203" y="2244105"/>
                </a:lnTo>
                <a:lnTo>
                  <a:pt x="3142852" y="2302656"/>
                </a:lnTo>
                <a:lnTo>
                  <a:pt x="3142636" y="2356365"/>
                </a:lnTo>
                <a:lnTo>
                  <a:pt x="3141770" y="2405231"/>
                </a:lnTo>
                <a:lnTo>
                  <a:pt x="3139605" y="2449695"/>
                </a:lnTo>
                <a:lnTo>
                  <a:pt x="3136142" y="2490417"/>
                </a:lnTo>
                <a:lnTo>
                  <a:pt x="3130948" y="2527617"/>
                </a:lnTo>
                <a:lnTo>
                  <a:pt x="3124021" y="2561736"/>
                </a:lnTo>
                <a:lnTo>
                  <a:pt x="3114930" y="2593213"/>
                </a:lnTo>
                <a:lnTo>
                  <a:pt x="3103675" y="2622267"/>
                </a:lnTo>
                <a:lnTo>
                  <a:pt x="3090038" y="2649342"/>
                </a:lnTo>
                <a:lnTo>
                  <a:pt x="3073588" y="2674876"/>
                </a:lnTo>
                <a:lnTo>
                  <a:pt x="3054108" y="2699309"/>
                </a:lnTo>
                <a:lnTo>
                  <a:pt x="3031813" y="2722862"/>
                </a:lnTo>
                <a:lnTo>
                  <a:pt x="3005840" y="2745754"/>
                </a:lnTo>
                <a:lnTo>
                  <a:pt x="2976402" y="2769086"/>
                </a:lnTo>
                <a:lnTo>
                  <a:pt x="2943286" y="2792419"/>
                </a:lnTo>
                <a:lnTo>
                  <a:pt x="2905840" y="2816632"/>
                </a:lnTo>
                <a:lnTo>
                  <a:pt x="2864498" y="2841945"/>
                </a:lnTo>
                <a:lnTo>
                  <a:pt x="2818394" y="2868580"/>
                </a:lnTo>
                <a:lnTo>
                  <a:pt x="2767744" y="2897196"/>
                </a:lnTo>
                <a:lnTo>
                  <a:pt x="2712117" y="2928232"/>
                </a:lnTo>
                <a:lnTo>
                  <a:pt x="2651727" y="2961910"/>
                </a:lnTo>
                <a:lnTo>
                  <a:pt x="2585493" y="2998669"/>
                </a:lnTo>
                <a:lnTo>
                  <a:pt x="2514065" y="3038511"/>
                </a:lnTo>
                <a:lnTo>
                  <a:pt x="2436576" y="3082314"/>
                </a:lnTo>
                <a:lnTo>
                  <a:pt x="2353459" y="3130521"/>
                </a:lnTo>
                <a:lnTo>
                  <a:pt x="2270342" y="3178947"/>
                </a:lnTo>
                <a:lnTo>
                  <a:pt x="2193936" y="3224731"/>
                </a:lnTo>
                <a:lnTo>
                  <a:pt x="2123806" y="3266994"/>
                </a:lnTo>
                <a:lnTo>
                  <a:pt x="2059304" y="3306395"/>
                </a:lnTo>
                <a:lnTo>
                  <a:pt x="1999997" y="3342274"/>
                </a:lnTo>
                <a:lnTo>
                  <a:pt x="1945668" y="3375513"/>
                </a:lnTo>
                <a:lnTo>
                  <a:pt x="1895668" y="3405228"/>
                </a:lnTo>
                <a:lnTo>
                  <a:pt x="1849781" y="3432083"/>
                </a:lnTo>
                <a:lnTo>
                  <a:pt x="1807356" y="3455415"/>
                </a:lnTo>
                <a:lnTo>
                  <a:pt x="1767962" y="3475886"/>
                </a:lnTo>
                <a:lnTo>
                  <a:pt x="1731167" y="3493055"/>
                </a:lnTo>
                <a:lnTo>
                  <a:pt x="1696534" y="3507363"/>
                </a:lnTo>
                <a:lnTo>
                  <a:pt x="1663850" y="3518369"/>
                </a:lnTo>
                <a:lnTo>
                  <a:pt x="1632249" y="3526073"/>
                </a:lnTo>
                <a:lnTo>
                  <a:pt x="1601512" y="3530916"/>
                </a:lnTo>
                <a:lnTo>
                  <a:pt x="1571643" y="3532456"/>
                </a:lnTo>
                <a:lnTo>
                  <a:pt x="1541339" y="3530916"/>
                </a:lnTo>
                <a:lnTo>
                  <a:pt x="1510604" y="3526073"/>
                </a:lnTo>
                <a:lnTo>
                  <a:pt x="1479003" y="3518369"/>
                </a:lnTo>
                <a:lnTo>
                  <a:pt x="1446318" y="3507363"/>
                </a:lnTo>
                <a:lnTo>
                  <a:pt x="1411687" y="3493055"/>
                </a:lnTo>
                <a:lnTo>
                  <a:pt x="1374890" y="3475886"/>
                </a:lnTo>
                <a:lnTo>
                  <a:pt x="1335496" y="3455415"/>
                </a:lnTo>
                <a:lnTo>
                  <a:pt x="1293071" y="3432083"/>
                </a:lnTo>
                <a:lnTo>
                  <a:pt x="1247184" y="3405228"/>
                </a:lnTo>
                <a:lnTo>
                  <a:pt x="1197184" y="3375513"/>
                </a:lnTo>
                <a:lnTo>
                  <a:pt x="1142856" y="3342274"/>
                </a:lnTo>
                <a:lnTo>
                  <a:pt x="1083548" y="3306395"/>
                </a:lnTo>
                <a:lnTo>
                  <a:pt x="1019046" y="3266994"/>
                </a:lnTo>
                <a:lnTo>
                  <a:pt x="948917" y="3224731"/>
                </a:lnTo>
                <a:lnTo>
                  <a:pt x="872510" y="3178947"/>
                </a:lnTo>
                <a:lnTo>
                  <a:pt x="789393" y="3130521"/>
                </a:lnTo>
                <a:lnTo>
                  <a:pt x="706276" y="3082314"/>
                </a:lnTo>
                <a:lnTo>
                  <a:pt x="628786" y="3038511"/>
                </a:lnTo>
                <a:lnTo>
                  <a:pt x="557359" y="2998450"/>
                </a:lnTo>
                <a:lnTo>
                  <a:pt x="491125" y="2961690"/>
                </a:lnTo>
                <a:lnTo>
                  <a:pt x="430735" y="2928232"/>
                </a:lnTo>
                <a:lnTo>
                  <a:pt x="375108" y="2897196"/>
                </a:lnTo>
                <a:lnTo>
                  <a:pt x="324458" y="2868580"/>
                </a:lnTo>
                <a:lnTo>
                  <a:pt x="278571" y="2841945"/>
                </a:lnTo>
                <a:lnTo>
                  <a:pt x="237012" y="2816412"/>
                </a:lnTo>
                <a:lnTo>
                  <a:pt x="199567" y="2792419"/>
                </a:lnTo>
                <a:lnTo>
                  <a:pt x="166667" y="2769086"/>
                </a:lnTo>
                <a:lnTo>
                  <a:pt x="137013" y="2745754"/>
                </a:lnTo>
                <a:lnTo>
                  <a:pt x="111039" y="2722862"/>
                </a:lnTo>
                <a:lnTo>
                  <a:pt x="88744" y="2699309"/>
                </a:lnTo>
                <a:lnTo>
                  <a:pt x="69264" y="2674876"/>
                </a:lnTo>
                <a:lnTo>
                  <a:pt x="52814" y="2649342"/>
                </a:lnTo>
                <a:lnTo>
                  <a:pt x="39178" y="2622267"/>
                </a:lnTo>
                <a:lnTo>
                  <a:pt x="27922" y="2593213"/>
                </a:lnTo>
                <a:lnTo>
                  <a:pt x="18831" y="2561736"/>
                </a:lnTo>
                <a:lnTo>
                  <a:pt x="12121" y="2527617"/>
                </a:lnTo>
                <a:lnTo>
                  <a:pt x="6710" y="2490417"/>
                </a:lnTo>
                <a:lnTo>
                  <a:pt x="3246" y="2449695"/>
                </a:lnTo>
                <a:lnTo>
                  <a:pt x="1082" y="2405231"/>
                </a:lnTo>
                <a:lnTo>
                  <a:pt x="216" y="2356365"/>
                </a:lnTo>
                <a:lnTo>
                  <a:pt x="0" y="2302656"/>
                </a:lnTo>
                <a:lnTo>
                  <a:pt x="649" y="2244105"/>
                </a:lnTo>
                <a:lnTo>
                  <a:pt x="1948" y="2180490"/>
                </a:lnTo>
                <a:lnTo>
                  <a:pt x="3246" y="2110713"/>
                </a:lnTo>
                <a:lnTo>
                  <a:pt x="4762" y="2034773"/>
                </a:lnTo>
                <a:lnTo>
                  <a:pt x="6061" y="1952449"/>
                </a:lnTo>
                <a:lnTo>
                  <a:pt x="7143" y="1862860"/>
                </a:lnTo>
                <a:lnTo>
                  <a:pt x="7576" y="1766229"/>
                </a:lnTo>
                <a:lnTo>
                  <a:pt x="7143" y="1669596"/>
                </a:lnTo>
                <a:lnTo>
                  <a:pt x="6061" y="1580009"/>
                </a:lnTo>
                <a:lnTo>
                  <a:pt x="4762" y="1497684"/>
                </a:lnTo>
                <a:lnTo>
                  <a:pt x="3246" y="1421743"/>
                </a:lnTo>
                <a:lnTo>
                  <a:pt x="1948" y="1351966"/>
                </a:lnTo>
                <a:lnTo>
                  <a:pt x="649" y="1288352"/>
                </a:lnTo>
                <a:lnTo>
                  <a:pt x="0" y="1229800"/>
                </a:lnTo>
                <a:lnTo>
                  <a:pt x="216" y="1176091"/>
                </a:lnTo>
                <a:lnTo>
                  <a:pt x="1082" y="1127225"/>
                </a:lnTo>
                <a:lnTo>
                  <a:pt x="3246" y="1082762"/>
                </a:lnTo>
                <a:lnTo>
                  <a:pt x="6710" y="1042039"/>
                </a:lnTo>
                <a:lnTo>
                  <a:pt x="11905" y="1004840"/>
                </a:lnTo>
                <a:lnTo>
                  <a:pt x="18831" y="970722"/>
                </a:lnTo>
                <a:lnTo>
                  <a:pt x="27922" y="939245"/>
                </a:lnTo>
                <a:lnTo>
                  <a:pt x="39178" y="910189"/>
                </a:lnTo>
                <a:lnTo>
                  <a:pt x="52814" y="883114"/>
                </a:lnTo>
                <a:lnTo>
                  <a:pt x="69264" y="857580"/>
                </a:lnTo>
                <a:lnTo>
                  <a:pt x="88744" y="833147"/>
                </a:lnTo>
                <a:lnTo>
                  <a:pt x="111039" y="809595"/>
                </a:lnTo>
                <a:lnTo>
                  <a:pt x="137013" y="786702"/>
                </a:lnTo>
                <a:lnTo>
                  <a:pt x="166450" y="763370"/>
                </a:lnTo>
                <a:lnTo>
                  <a:pt x="199567" y="740037"/>
                </a:lnTo>
                <a:lnTo>
                  <a:pt x="237012" y="715825"/>
                </a:lnTo>
                <a:lnTo>
                  <a:pt x="278354" y="690511"/>
                </a:lnTo>
                <a:lnTo>
                  <a:pt x="324458" y="663876"/>
                </a:lnTo>
                <a:lnTo>
                  <a:pt x="375108" y="635262"/>
                </a:lnTo>
                <a:lnTo>
                  <a:pt x="430735" y="604225"/>
                </a:lnTo>
                <a:lnTo>
                  <a:pt x="491125" y="570547"/>
                </a:lnTo>
                <a:lnTo>
                  <a:pt x="557359" y="533787"/>
                </a:lnTo>
                <a:lnTo>
                  <a:pt x="628786" y="493945"/>
                </a:lnTo>
                <a:lnTo>
                  <a:pt x="706276" y="450142"/>
                </a:lnTo>
                <a:lnTo>
                  <a:pt x="789393" y="401935"/>
                </a:lnTo>
                <a:lnTo>
                  <a:pt x="872510" y="353510"/>
                </a:lnTo>
                <a:lnTo>
                  <a:pt x="948917" y="307725"/>
                </a:lnTo>
                <a:lnTo>
                  <a:pt x="1019046" y="265462"/>
                </a:lnTo>
                <a:lnTo>
                  <a:pt x="1083548" y="226062"/>
                </a:lnTo>
                <a:lnTo>
                  <a:pt x="1142856" y="190182"/>
                </a:lnTo>
                <a:lnTo>
                  <a:pt x="1197184" y="156945"/>
                </a:lnTo>
                <a:lnTo>
                  <a:pt x="1247184" y="127229"/>
                </a:lnTo>
                <a:lnTo>
                  <a:pt x="1293071" y="100374"/>
                </a:lnTo>
                <a:lnTo>
                  <a:pt x="1335496" y="77042"/>
                </a:lnTo>
                <a:lnTo>
                  <a:pt x="1374890" y="56570"/>
                </a:lnTo>
                <a:lnTo>
                  <a:pt x="1411687" y="39402"/>
                </a:lnTo>
                <a:lnTo>
                  <a:pt x="1446318" y="25093"/>
                </a:lnTo>
                <a:lnTo>
                  <a:pt x="1479003" y="14088"/>
                </a:lnTo>
                <a:lnTo>
                  <a:pt x="1510604" y="6384"/>
                </a:lnTo>
                <a:lnTo>
                  <a:pt x="1541339" y="1541"/>
                </a:lnTo>
                <a:close/>
              </a:path>
            </a:pathLst>
          </a:custGeom>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9" name="Picture Placeholder 8"/>
          <p:cNvSpPr>
            <a:spLocks noGrp="1"/>
          </p:cNvSpPr>
          <p:nvPr>
            <p:ph type="pic" sz="quarter" idx="12"/>
          </p:nvPr>
        </p:nvSpPr>
        <p:spPr>
          <a:xfrm>
            <a:off x="8117067" y="2115030"/>
            <a:ext cx="1967324" cy="2207785"/>
          </a:xfrm>
          <a:custGeom>
            <a:avLst/>
            <a:gdLst>
              <a:gd name="connsiteX0" fmla="*/ 1571643 w 3142852"/>
              <a:gd name="connsiteY0" fmla="*/ 0 h 3532456"/>
              <a:gd name="connsiteX1" fmla="*/ 1601512 w 3142852"/>
              <a:gd name="connsiteY1" fmla="*/ 1541 h 3532456"/>
              <a:gd name="connsiteX2" fmla="*/ 1632249 w 3142852"/>
              <a:gd name="connsiteY2" fmla="*/ 6384 h 3532456"/>
              <a:gd name="connsiteX3" fmla="*/ 1663850 w 3142852"/>
              <a:gd name="connsiteY3" fmla="*/ 14088 h 3532456"/>
              <a:gd name="connsiteX4" fmla="*/ 1696534 w 3142852"/>
              <a:gd name="connsiteY4" fmla="*/ 25093 h 3532456"/>
              <a:gd name="connsiteX5" fmla="*/ 1731167 w 3142852"/>
              <a:gd name="connsiteY5" fmla="*/ 39402 h 3532456"/>
              <a:gd name="connsiteX6" fmla="*/ 1767962 w 3142852"/>
              <a:gd name="connsiteY6" fmla="*/ 56570 h 3532456"/>
              <a:gd name="connsiteX7" fmla="*/ 1807356 w 3142852"/>
              <a:gd name="connsiteY7" fmla="*/ 77042 h 3532456"/>
              <a:gd name="connsiteX8" fmla="*/ 1849781 w 3142852"/>
              <a:gd name="connsiteY8" fmla="*/ 100374 h 3532456"/>
              <a:gd name="connsiteX9" fmla="*/ 1895668 w 3142852"/>
              <a:gd name="connsiteY9" fmla="*/ 127229 h 3532456"/>
              <a:gd name="connsiteX10" fmla="*/ 1945668 w 3142852"/>
              <a:gd name="connsiteY10" fmla="*/ 156945 h 3532456"/>
              <a:gd name="connsiteX11" fmla="*/ 1999997 w 3142852"/>
              <a:gd name="connsiteY11" fmla="*/ 190182 h 3532456"/>
              <a:gd name="connsiteX12" fmla="*/ 2059304 w 3142852"/>
              <a:gd name="connsiteY12" fmla="*/ 226062 h 3532456"/>
              <a:gd name="connsiteX13" fmla="*/ 2123806 w 3142852"/>
              <a:gd name="connsiteY13" fmla="*/ 265462 h 3532456"/>
              <a:gd name="connsiteX14" fmla="*/ 2193936 w 3142852"/>
              <a:gd name="connsiteY14" fmla="*/ 307725 h 3532456"/>
              <a:gd name="connsiteX15" fmla="*/ 2270342 w 3142852"/>
              <a:gd name="connsiteY15" fmla="*/ 353510 h 3532456"/>
              <a:gd name="connsiteX16" fmla="*/ 2353459 w 3142852"/>
              <a:gd name="connsiteY16" fmla="*/ 401935 h 3532456"/>
              <a:gd name="connsiteX17" fmla="*/ 2436576 w 3142852"/>
              <a:gd name="connsiteY17" fmla="*/ 450142 h 3532456"/>
              <a:gd name="connsiteX18" fmla="*/ 2514065 w 3142852"/>
              <a:gd name="connsiteY18" fmla="*/ 493945 h 3532456"/>
              <a:gd name="connsiteX19" fmla="*/ 2585493 w 3142852"/>
              <a:gd name="connsiteY19" fmla="*/ 534007 h 3532456"/>
              <a:gd name="connsiteX20" fmla="*/ 2651727 w 3142852"/>
              <a:gd name="connsiteY20" fmla="*/ 570766 h 3532456"/>
              <a:gd name="connsiteX21" fmla="*/ 2712117 w 3142852"/>
              <a:gd name="connsiteY21" fmla="*/ 604225 h 3532456"/>
              <a:gd name="connsiteX22" fmla="*/ 2767744 w 3142852"/>
              <a:gd name="connsiteY22" fmla="*/ 635262 h 3532456"/>
              <a:gd name="connsiteX23" fmla="*/ 2818394 w 3142852"/>
              <a:gd name="connsiteY23" fmla="*/ 663876 h 3532456"/>
              <a:gd name="connsiteX24" fmla="*/ 2864281 w 3142852"/>
              <a:gd name="connsiteY24" fmla="*/ 690511 h 3532456"/>
              <a:gd name="connsiteX25" fmla="*/ 2905840 w 3142852"/>
              <a:gd name="connsiteY25" fmla="*/ 716044 h 3532456"/>
              <a:gd name="connsiteX26" fmla="*/ 2943286 w 3142852"/>
              <a:gd name="connsiteY26" fmla="*/ 740037 h 3532456"/>
              <a:gd name="connsiteX27" fmla="*/ 2976186 w 3142852"/>
              <a:gd name="connsiteY27" fmla="*/ 763370 h 3532456"/>
              <a:gd name="connsiteX28" fmla="*/ 3005840 w 3142852"/>
              <a:gd name="connsiteY28" fmla="*/ 786702 h 3532456"/>
              <a:gd name="connsiteX29" fmla="*/ 3031813 w 3142852"/>
              <a:gd name="connsiteY29" fmla="*/ 809595 h 3532456"/>
              <a:gd name="connsiteX30" fmla="*/ 3054108 w 3142852"/>
              <a:gd name="connsiteY30" fmla="*/ 833147 h 3532456"/>
              <a:gd name="connsiteX31" fmla="*/ 3073588 w 3142852"/>
              <a:gd name="connsiteY31" fmla="*/ 857580 h 3532456"/>
              <a:gd name="connsiteX32" fmla="*/ 3090038 w 3142852"/>
              <a:gd name="connsiteY32" fmla="*/ 883114 h 3532456"/>
              <a:gd name="connsiteX33" fmla="*/ 3103675 w 3142852"/>
              <a:gd name="connsiteY33" fmla="*/ 910189 h 3532456"/>
              <a:gd name="connsiteX34" fmla="*/ 3114930 w 3142852"/>
              <a:gd name="connsiteY34" fmla="*/ 939245 h 3532456"/>
              <a:gd name="connsiteX35" fmla="*/ 3124021 w 3142852"/>
              <a:gd name="connsiteY35" fmla="*/ 970722 h 3532456"/>
              <a:gd name="connsiteX36" fmla="*/ 3130731 w 3142852"/>
              <a:gd name="connsiteY36" fmla="*/ 1004840 h 3532456"/>
              <a:gd name="connsiteX37" fmla="*/ 3136142 w 3142852"/>
              <a:gd name="connsiteY37" fmla="*/ 1042039 h 3532456"/>
              <a:gd name="connsiteX38" fmla="*/ 3139605 w 3142852"/>
              <a:gd name="connsiteY38" fmla="*/ 1082762 h 3532456"/>
              <a:gd name="connsiteX39" fmla="*/ 3141770 w 3142852"/>
              <a:gd name="connsiteY39" fmla="*/ 1127225 h 3532456"/>
              <a:gd name="connsiteX40" fmla="*/ 3142636 w 3142852"/>
              <a:gd name="connsiteY40" fmla="*/ 1176091 h 3532456"/>
              <a:gd name="connsiteX41" fmla="*/ 3142852 w 3142852"/>
              <a:gd name="connsiteY41" fmla="*/ 1229800 h 3532456"/>
              <a:gd name="connsiteX42" fmla="*/ 3142203 w 3142852"/>
              <a:gd name="connsiteY42" fmla="*/ 1288352 h 3532456"/>
              <a:gd name="connsiteX43" fmla="*/ 3140904 w 3142852"/>
              <a:gd name="connsiteY43" fmla="*/ 1351966 h 3532456"/>
              <a:gd name="connsiteX44" fmla="*/ 3139605 w 3142852"/>
              <a:gd name="connsiteY44" fmla="*/ 1421743 h 3532456"/>
              <a:gd name="connsiteX45" fmla="*/ 3138090 w 3142852"/>
              <a:gd name="connsiteY45" fmla="*/ 1497684 h 3532456"/>
              <a:gd name="connsiteX46" fmla="*/ 3136791 w 3142852"/>
              <a:gd name="connsiteY46" fmla="*/ 1580009 h 3532456"/>
              <a:gd name="connsiteX47" fmla="*/ 3135709 w 3142852"/>
              <a:gd name="connsiteY47" fmla="*/ 1669596 h 3532456"/>
              <a:gd name="connsiteX48" fmla="*/ 3135277 w 3142852"/>
              <a:gd name="connsiteY48" fmla="*/ 1766229 h 3532456"/>
              <a:gd name="connsiteX49" fmla="*/ 3135709 w 3142852"/>
              <a:gd name="connsiteY49" fmla="*/ 1862860 h 3532456"/>
              <a:gd name="connsiteX50" fmla="*/ 3136791 w 3142852"/>
              <a:gd name="connsiteY50" fmla="*/ 1952449 h 3532456"/>
              <a:gd name="connsiteX51" fmla="*/ 3138090 w 3142852"/>
              <a:gd name="connsiteY51" fmla="*/ 2034773 h 3532456"/>
              <a:gd name="connsiteX52" fmla="*/ 3139605 w 3142852"/>
              <a:gd name="connsiteY52" fmla="*/ 2110713 h 3532456"/>
              <a:gd name="connsiteX53" fmla="*/ 3140904 w 3142852"/>
              <a:gd name="connsiteY53" fmla="*/ 2180490 h 3532456"/>
              <a:gd name="connsiteX54" fmla="*/ 3142203 w 3142852"/>
              <a:gd name="connsiteY54" fmla="*/ 2244105 h 3532456"/>
              <a:gd name="connsiteX55" fmla="*/ 3142852 w 3142852"/>
              <a:gd name="connsiteY55" fmla="*/ 2302656 h 3532456"/>
              <a:gd name="connsiteX56" fmla="*/ 3142636 w 3142852"/>
              <a:gd name="connsiteY56" fmla="*/ 2356365 h 3532456"/>
              <a:gd name="connsiteX57" fmla="*/ 3141770 w 3142852"/>
              <a:gd name="connsiteY57" fmla="*/ 2405231 h 3532456"/>
              <a:gd name="connsiteX58" fmla="*/ 3139605 w 3142852"/>
              <a:gd name="connsiteY58" fmla="*/ 2449695 h 3532456"/>
              <a:gd name="connsiteX59" fmla="*/ 3136142 w 3142852"/>
              <a:gd name="connsiteY59" fmla="*/ 2490417 h 3532456"/>
              <a:gd name="connsiteX60" fmla="*/ 3130948 w 3142852"/>
              <a:gd name="connsiteY60" fmla="*/ 2527617 h 3532456"/>
              <a:gd name="connsiteX61" fmla="*/ 3124021 w 3142852"/>
              <a:gd name="connsiteY61" fmla="*/ 2561736 h 3532456"/>
              <a:gd name="connsiteX62" fmla="*/ 3114930 w 3142852"/>
              <a:gd name="connsiteY62" fmla="*/ 2593213 h 3532456"/>
              <a:gd name="connsiteX63" fmla="*/ 3103675 w 3142852"/>
              <a:gd name="connsiteY63" fmla="*/ 2622267 h 3532456"/>
              <a:gd name="connsiteX64" fmla="*/ 3090038 w 3142852"/>
              <a:gd name="connsiteY64" fmla="*/ 2649342 h 3532456"/>
              <a:gd name="connsiteX65" fmla="*/ 3073588 w 3142852"/>
              <a:gd name="connsiteY65" fmla="*/ 2674876 h 3532456"/>
              <a:gd name="connsiteX66" fmla="*/ 3054108 w 3142852"/>
              <a:gd name="connsiteY66" fmla="*/ 2699309 h 3532456"/>
              <a:gd name="connsiteX67" fmla="*/ 3031813 w 3142852"/>
              <a:gd name="connsiteY67" fmla="*/ 2722862 h 3532456"/>
              <a:gd name="connsiteX68" fmla="*/ 3005840 w 3142852"/>
              <a:gd name="connsiteY68" fmla="*/ 2745754 h 3532456"/>
              <a:gd name="connsiteX69" fmla="*/ 2976402 w 3142852"/>
              <a:gd name="connsiteY69" fmla="*/ 2769086 h 3532456"/>
              <a:gd name="connsiteX70" fmla="*/ 2943286 w 3142852"/>
              <a:gd name="connsiteY70" fmla="*/ 2792419 h 3532456"/>
              <a:gd name="connsiteX71" fmla="*/ 2905840 w 3142852"/>
              <a:gd name="connsiteY71" fmla="*/ 2816632 h 3532456"/>
              <a:gd name="connsiteX72" fmla="*/ 2864498 w 3142852"/>
              <a:gd name="connsiteY72" fmla="*/ 2841945 h 3532456"/>
              <a:gd name="connsiteX73" fmla="*/ 2818394 w 3142852"/>
              <a:gd name="connsiteY73" fmla="*/ 2868580 h 3532456"/>
              <a:gd name="connsiteX74" fmla="*/ 2767744 w 3142852"/>
              <a:gd name="connsiteY74" fmla="*/ 2897196 h 3532456"/>
              <a:gd name="connsiteX75" fmla="*/ 2712117 w 3142852"/>
              <a:gd name="connsiteY75" fmla="*/ 2928232 h 3532456"/>
              <a:gd name="connsiteX76" fmla="*/ 2651727 w 3142852"/>
              <a:gd name="connsiteY76" fmla="*/ 2961910 h 3532456"/>
              <a:gd name="connsiteX77" fmla="*/ 2585493 w 3142852"/>
              <a:gd name="connsiteY77" fmla="*/ 2998669 h 3532456"/>
              <a:gd name="connsiteX78" fmla="*/ 2514065 w 3142852"/>
              <a:gd name="connsiteY78" fmla="*/ 3038511 h 3532456"/>
              <a:gd name="connsiteX79" fmla="*/ 2436576 w 3142852"/>
              <a:gd name="connsiteY79" fmla="*/ 3082314 h 3532456"/>
              <a:gd name="connsiteX80" fmla="*/ 2353459 w 3142852"/>
              <a:gd name="connsiteY80" fmla="*/ 3130521 h 3532456"/>
              <a:gd name="connsiteX81" fmla="*/ 2270342 w 3142852"/>
              <a:gd name="connsiteY81" fmla="*/ 3178947 h 3532456"/>
              <a:gd name="connsiteX82" fmla="*/ 2193936 w 3142852"/>
              <a:gd name="connsiteY82" fmla="*/ 3224731 h 3532456"/>
              <a:gd name="connsiteX83" fmla="*/ 2123806 w 3142852"/>
              <a:gd name="connsiteY83" fmla="*/ 3266994 h 3532456"/>
              <a:gd name="connsiteX84" fmla="*/ 2059304 w 3142852"/>
              <a:gd name="connsiteY84" fmla="*/ 3306395 h 3532456"/>
              <a:gd name="connsiteX85" fmla="*/ 1999997 w 3142852"/>
              <a:gd name="connsiteY85" fmla="*/ 3342274 h 3532456"/>
              <a:gd name="connsiteX86" fmla="*/ 1945668 w 3142852"/>
              <a:gd name="connsiteY86" fmla="*/ 3375513 h 3532456"/>
              <a:gd name="connsiteX87" fmla="*/ 1895668 w 3142852"/>
              <a:gd name="connsiteY87" fmla="*/ 3405228 h 3532456"/>
              <a:gd name="connsiteX88" fmla="*/ 1849781 w 3142852"/>
              <a:gd name="connsiteY88" fmla="*/ 3432083 h 3532456"/>
              <a:gd name="connsiteX89" fmla="*/ 1807356 w 3142852"/>
              <a:gd name="connsiteY89" fmla="*/ 3455415 h 3532456"/>
              <a:gd name="connsiteX90" fmla="*/ 1767962 w 3142852"/>
              <a:gd name="connsiteY90" fmla="*/ 3475886 h 3532456"/>
              <a:gd name="connsiteX91" fmla="*/ 1731167 w 3142852"/>
              <a:gd name="connsiteY91" fmla="*/ 3493055 h 3532456"/>
              <a:gd name="connsiteX92" fmla="*/ 1696534 w 3142852"/>
              <a:gd name="connsiteY92" fmla="*/ 3507363 h 3532456"/>
              <a:gd name="connsiteX93" fmla="*/ 1663850 w 3142852"/>
              <a:gd name="connsiteY93" fmla="*/ 3518369 h 3532456"/>
              <a:gd name="connsiteX94" fmla="*/ 1632249 w 3142852"/>
              <a:gd name="connsiteY94" fmla="*/ 3526073 h 3532456"/>
              <a:gd name="connsiteX95" fmla="*/ 1601512 w 3142852"/>
              <a:gd name="connsiteY95" fmla="*/ 3530916 h 3532456"/>
              <a:gd name="connsiteX96" fmla="*/ 1571643 w 3142852"/>
              <a:gd name="connsiteY96" fmla="*/ 3532456 h 3532456"/>
              <a:gd name="connsiteX97" fmla="*/ 1541339 w 3142852"/>
              <a:gd name="connsiteY97" fmla="*/ 3530916 h 3532456"/>
              <a:gd name="connsiteX98" fmla="*/ 1510604 w 3142852"/>
              <a:gd name="connsiteY98" fmla="*/ 3526073 h 3532456"/>
              <a:gd name="connsiteX99" fmla="*/ 1479003 w 3142852"/>
              <a:gd name="connsiteY99" fmla="*/ 3518369 h 3532456"/>
              <a:gd name="connsiteX100" fmla="*/ 1446318 w 3142852"/>
              <a:gd name="connsiteY100" fmla="*/ 3507363 h 3532456"/>
              <a:gd name="connsiteX101" fmla="*/ 1411687 w 3142852"/>
              <a:gd name="connsiteY101" fmla="*/ 3493055 h 3532456"/>
              <a:gd name="connsiteX102" fmla="*/ 1374890 w 3142852"/>
              <a:gd name="connsiteY102" fmla="*/ 3475886 h 3532456"/>
              <a:gd name="connsiteX103" fmla="*/ 1335496 w 3142852"/>
              <a:gd name="connsiteY103" fmla="*/ 3455415 h 3532456"/>
              <a:gd name="connsiteX104" fmla="*/ 1293071 w 3142852"/>
              <a:gd name="connsiteY104" fmla="*/ 3432083 h 3532456"/>
              <a:gd name="connsiteX105" fmla="*/ 1247184 w 3142852"/>
              <a:gd name="connsiteY105" fmla="*/ 3405228 h 3532456"/>
              <a:gd name="connsiteX106" fmla="*/ 1197184 w 3142852"/>
              <a:gd name="connsiteY106" fmla="*/ 3375513 h 3532456"/>
              <a:gd name="connsiteX107" fmla="*/ 1142856 w 3142852"/>
              <a:gd name="connsiteY107" fmla="*/ 3342274 h 3532456"/>
              <a:gd name="connsiteX108" fmla="*/ 1083548 w 3142852"/>
              <a:gd name="connsiteY108" fmla="*/ 3306395 h 3532456"/>
              <a:gd name="connsiteX109" fmla="*/ 1019046 w 3142852"/>
              <a:gd name="connsiteY109" fmla="*/ 3266994 h 3532456"/>
              <a:gd name="connsiteX110" fmla="*/ 948917 w 3142852"/>
              <a:gd name="connsiteY110" fmla="*/ 3224731 h 3532456"/>
              <a:gd name="connsiteX111" fmla="*/ 872510 w 3142852"/>
              <a:gd name="connsiteY111" fmla="*/ 3178947 h 3532456"/>
              <a:gd name="connsiteX112" fmla="*/ 789393 w 3142852"/>
              <a:gd name="connsiteY112" fmla="*/ 3130521 h 3532456"/>
              <a:gd name="connsiteX113" fmla="*/ 706276 w 3142852"/>
              <a:gd name="connsiteY113" fmla="*/ 3082314 h 3532456"/>
              <a:gd name="connsiteX114" fmla="*/ 628786 w 3142852"/>
              <a:gd name="connsiteY114" fmla="*/ 3038511 h 3532456"/>
              <a:gd name="connsiteX115" fmla="*/ 557359 w 3142852"/>
              <a:gd name="connsiteY115" fmla="*/ 2998450 h 3532456"/>
              <a:gd name="connsiteX116" fmla="*/ 491125 w 3142852"/>
              <a:gd name="connsiteY116" fmla="*/ 2961690 h 3532456"/>
              <a:gd name="connsiteX117" fmla="*/ 430735 w 3142852"/>
              <a:gd name="connsiteY117" fmla="*/ 2928232 h 3532456"/>
              <a:gd name="connsiteX118" fmla="*/ 375108 w 3142852"/>
              <a:gd name="connsiteY118" fmla="*/ 2897196 h 3532456"/>
              <a:gd name="connsiteX119" fmla="*/ 324458 w 3142852"/>
              <a:gd name="connsiteY119" fmla="*/ 2868580 h 3532456"/>
              <a:gd name="connsiteX120" fmla="*/ 278571 w 3142852"/>
              <a:gd name="connsiteY120" fmla="*/ 2841945 h 3532456"/>
              <a:gd name="connsiteX121" fmla="*/ 237012 w 3142852"/>
              <a:gd name="connsiteY121" fmla="*/ 2816412 h 3532456"/>
              <a:gd name="connsiteX122" fmla="*/ 199567 w 3142852"/>
              <a:gd name="connsiteY122" fmla="*/ 2792419 h 3532456"/>
              <a:gd name="connsiteX123" fmla="*/ 166667 w 3142852"/>
              <a:gd name="connsiteY123" fmla="*/ 2769086 h 3532456"/>
              <a:gd name="connsiteX124" fmla="*/ 137013 w 3142852"/>
              <a:gd name="connsiteY124" fmla="*/ 2745754 h 3532456"/>
              <a:gd name="connsiteX125" fmla="*/ 111039 w 3142852"/>
              <a:gd name="connsiteY125" fmla="*/ 2722862 h 3532456"/>
              <a:gd name="connsiteX126" fmla="*/ 88744 w 3142852"/>
              <a:gd name="connsiteY126" fmla="*/ 2699309 h 3532456"/>
              <a:gd name="connsiteX127" fmla="*/ 69264 w 3142852"/>
              <a:gd name="connsiteY127" fmla="*/ 2674876 h 3532456"/>
              <a:gd name="connsiteX128" fmla="*/ 52814 w 3142852"/>
              <a:gd name="connsiteY128" fmla="*/ 2649342 h 3532456"/>
              <a:gd name="connsiteX129" fmla="*/ 39178 w 3142852"/>
              <a:gd name="connsiteY129" fmla="*/ 2622267 h 3532456"/>
              <a:gd name="connsiteX130" fmla="*/ 27922 w 3142852"/>
              <a:gd name="connsiteY130" fmla="*/ 2593213 h 3532456"/>
              <a:gd name="connsiteX131" fmla="*/ 18831 w 3142852"/>
              <a:gd name="connsiteY131" fmla="*/ 2561736 h 3532456"/>
              <a:gd name="connsiteX132" fmla="*/ 12121 w 3142852"/>
              <a:gd name="connsiteY132" fmla="*/ 2527617 h 3532456"/>
              <a:gd name="connsiteX133" fmla="*/ 6710 w 3142852"/>
              <a:gd name="connsiteY133" fmla="*/ 2490417 h 3532456"/>
              <a:gd name="connsiteX134" fmla="*/ 3246 w 3142852"/>
              <a:gd name="connsiteY134" fmla="*/ 2449695 h 3532456"/>
              <a:gd name="connsiteX135" fmla="*/ 1082 w 3142852"/>
              <a:gd name="connsiteY135" fmla="*/ 2405231 h 3532456"/>
              <a:gd name="connsiteX136" fmla="*/ 216 w 3142852"/>
              <a:gd name="connsiteY136" fmla="*/ 2356365 h 3532456"/>
              <a:gd name="connsiteX137" fmla="*/ 0 w 3142852"/>
              <a:gd name="connsiteY137" fmla="*/ 2302656 h 3532456"/>
              <a:gd name="connsiteX138" fmla="*/ 649 w 3142852"/>
              <a:gd name="connsiteY138" fmla="*/ 2244105 h 3532456"/>
              <a:gd name="connsiteX139" fmla="*/ 1948 w 3142852"/>
              <a:gd name="connsiteY139" fmla="*/ 2180490 h 3532456"/>
              <a:gd name="connsiteX140" fmla="*/ 3246 w 3142852"/>
              <a:gd name="connsiteY140" fmla="*/ 2110713 h 3532456"/>
              <a:gd name="connsiteX141" fmla="*/ 4762 w 3142852"/>
              <a:gd name="connsiteY141" fmla="*/ 2034773 h 3532456"/>
              <a:gd name="connsiteX142" fmla="*/ 6061 w 3142852"/>
              <a:gd name="connsiteY142" fmla="*/ 1952449 h 3532456"/>
              <a:gd name="connsiteX143" fmla="*/ 7143 w 3142852"/>
              <a:gd name="connsiteY143" fmla="*/ 1862860 h 3532456"/>
              <a:gd name="connsiteX144" fmla="*/ 7576 w 3142852"/>
              <a:gd name="connsiteY144" fmla="*/ 1766229 h 3532456"/>
              <a:gd name="connsiteX145" fmla="*/ 7143 w 3142852"/>
              <a:gd name="connsiteY145" fmla="*/ 1669596 h 3532456"/>
              <a:gd name="connsiteX146" fmla="*/ 6061 w 3142852"/>
              <a:gd name="connsiteY146" fmla="*/ 1580009 h 3532456"/>
              <a:gd name="connsiteX147" fmla="*/ 4762 w 3142852"/>
              <a:gd name="connsiteY147" fmla="*/ 1497684 h 3532456"/>
              <a:gd name="connsiteX148" fmla="*/ 3246 w 3142852"/>
              <a:gd name="connsiteY148" fmla="*/ 1421743 h 3532456"/>
              <a:gd name="connsiteX149" fmla="*/ 1948 w 3142852"/>
              <a:gd name="connsiteY149" fmla="*/ 1351966 h 3532456"/>
              <a:gd name="connsiteX150" fmla="*/ 649 w 3142852"/>
              <a:gd name="connsiteY150" fmla="*/ 1288352 h 3532456"/>
              <a:gd name="connsiteX151" fmla="*/ 0 w 3142852"/>
              <a:gd name="connsiteY151" fmla="*/ 1229800 h 3532456"/>
              <a:gd name="connsiteX152" fmla="*/ 216 w 3142852"/>
              <a:gd name="connsiteY152" fmla="*/ 1176091 h 3532456"/>
              <a:gd name="connsiteX153" fmla="*/ 1082 w 3142852"/>
              <a:gd name="connsiteY153" fmla="*/ 1127225 h 3532456"/>
              <a:gd name="connsiteX154" fmla="*/ 3246 w 3142852"/>
              <a:gd name="connsiteY154" fmla="*/ 1082762 h 3532456"/>
              <a:gd name="connsiteX155" fmla="*/ 6710 w 3142852"/>
              <a:gd name="connsiteY155" fmla="*/ 1042039 h 3532456"/>
              <a:gd name="connsiteX156" fmla="*/ 11905 w 3142852"/>
              <a:gd name="connsiteY156" fmla="*/ 1004840 h 3532456"/>
              <a:gd name="connsiteX157" fmla="*/ 18831 w 3142852"/>
              <a:gd name="connsiteY157" fmla="*/ 970722 h 3532456"/>
              <a:gd name="connsiteX158" fmla="*/ 27922 w 3142852"/>
              <a:gd name="connsiteY158" fmla="*/ 939245 h 3532456"/>
              <a:gd name="connsiteX159" fmla="*/ 39178 w 3142852"/>
              <a:gd name="connsiteY159" fmla="*/ 910189 h 3532456"/>
              <a:gd name="connsiteX160" fmla="*/ 52814 w 3142852"/>
              <a:gd name="connsiteY160" fmla="*/ 883114 h 3532456"/>
              <a:gd name="connsiteX161" fmla="*/ 69264 w 3142852"/>
              <a:gd name="connsiteY161" fmla="*/ 857580 h 3532456"/>
              <a:gd name="connsiteX162" fmla="*/ 88744 w 3142852"/>
              <a:gd name="connsiteY162" fmla="*/ 833147 h 3532456"/>
              <a:gd name="connsiteX163" fmla="*/ 111039 w 3142852"/>
              <a:gd name="connsiteY163" fmla="*/ 809595 h 3532456"/>
              <a:gd name="connsiteX164" fmla="*/ 137013 w 3142852"/>
              <a:gd name="connsiteY164" fmla="*/ 786702 h 3532456"/>
              <a:gd name="connsiteX165" fmla="*/ 166450 w 3142852"/>
              <a:gd name="connsiteY165" fmla="*/ 763370 h 3532456"/>
              <a:gd name="connsiteX166" fmla="*/ 199567 w 3142852"/>
              <a:gd name="connsiteY166" fmla="*/ 740037 h 3532456"/>
              <a:gd name="connsiteX167" fmla="*/ 237012 w 3142852"/>
              <a:gd name="connsiteY167" fmla="*/ 715825 h 3532456"/>
              <a:gd name="connsiteX168" fmla="*/ 278354 w 3142852"/>
              <a:gd name="connsiteY168" fmla="*/ 690511 h 3532456"/>
              <a:gd name="connsiteX169" fmla="*/ 324458 w 3142852"/>
              <a:gd name="connsiteY169" fmla="*/ 663876 h 3532456"/>
              <a:gd name="connsiteX170" fmla="*/ 375108 w 3142852"/>
              <a:gd name="connsiteY170" fmla="*/ 635262 h 3532456"/>
              <a:gd name="connsiteX171" fmla="*/ 430735 w 3142852"/>
              <a:gd name="connsiteY171" fmla="*/ 604225 h 3532456"/>
              <a:gd name="connsiteX172" fmla="*/ 491125 w 3142852"/>
              <a:gd name="connsiteY172" fmla="*/ 570547 h 3532456"/>
              <a:gd name="connsiteX173" fmla="*/ 557359 w 3142852"/>
              <a:gd name="connsiteY173" fmla="*/ 533787 h 3532456"/>
              <a:gd name="connsiteX174" fmla="*/ 628786 w 3142852"/>
              <a:gd name="connsiteY174" fmla="*/ 493945 h 3532456"/>
              <a:gd name="connsiteX175" fmla="*/ 706276 w 3142852"/>
              <a:gd name="connsiteY175" fmla="*/ 450142 h 3532456"/>
              <a:gd name="connsiteX176" fmla="*/ 789393 w 3142852"/>
              <a:gd name="connsiteY176" fmla="*/ 401935 h 3532456"/>
              <a:gd name="connsiteX177" fmla="*/ 872510 w 3142852"/>
              <a:gd name="connsiteY177" fmla="*/ 353510 h 3532456"/>
              <a:gd name="connsiteX178" fmla="*/ 948917 w 3142852"/>
              <a:gd name="connsiteY178" fmla="*/ 307725 h 3532456"/>
              <a:gd name="connsiteX179" fmla="*/ 1019046 w 3142852"/>
              <a:gd name="connsiteY179" fmla="*/ 265462 h 3532456"/>
              <a:gd name="connsiteX180" fmla="*/ 1083548 w 3142852"/>
              <a:gd name="connsiteY180" fmla="*/ 226062 h 3532456"/>
              <a:gd name="connsiteX181" fmla="*/ 1142856 w 3142852"/>
              <a:gd name="connsiteY181" fmla="*/ 190182 h 3532456"/>
              <a:gd name="connsiteX182" fmla="*/ 1197184 w 3142852"/>
              <a:gd name="connsiteY182" fmla="*/ 156945 h 3532456"/>
              <a:gd name="connsiteX183" fmla="*/ 1247184 w 3142852"/>
              <a:gd name="connsiteY183" fmla="*/ 127229 h 3532456"/>
              <a:gd name="connsiteX184" fmla="*/ 1293071 w 3142852"/>
              <a:gd name="connsiteY184" fmla="*/ 100374 h 3532456"/>
              <a:gd name="connsiteX185" fmla="*/ 1335496 w 3142852"/>
              <a:gd name="connsiteY185" fmla="*/ 77042 h 3532456"/>
              <a:gd name="connsiteX186" fmla="*/ 1374890 w 3142852"/>
              <a:gd name="connsiteY186" fmla="*/ 56570 h 3532456"/>
              <a:gd name="connsiteX187" fmla="*/ 1411687 w 3142852"/>
              <a:gd name="connsiteY187" fmla="*/ 39402 h 3532456"/>
              <a:gd name="connsiteX188" fmla="*/ 1446318 w 3142852"/>
              <a:gd name="connsiteY188" fmla="*/ 25093 h 3532456"/>
              <a:gd name="connsiteX189" fmla="*/ 1479003 w 3142852"/>
              <a:gd name="connsiteY189" fmla="*/ 14088 h 3532456"/>
              <a:gd name="connsiteX190" fmla="*/ 1510604 w 3142852"/>
              <a:gd name="connsiteY190" fmla="*/ 6384 h 3532456"/>
              <a:gd name="connsiteX191" fmla="*/ 1541339 w 3142852"/>
              <a:gd name="connsiteY191" fmla="*/ 1541 h 353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142852" h="3532456">
                <a:moveTo>
                  <a:pt x="1571643" y="0"/>
                </a:moveTo>
                <a:lnTo>
                  <a:pt x="1601512" y="1541"/>
                </a:lnTo>
                <a:lnTo>
                  <a:pt x="1632249" y="6384"/>
                </a:lnTo>
                <a:lnTo>
                  <a:pt x="1663850" y="14088"/>
                </a:lnTo>
                <a:lnTo>
                  <a:pt x="1696534" y="25093"/>
                </a:lnTo>
                <a:lnTo>
                  <a:pt x="1731167" y="39402"/>
                </a:lnTo>
                <a:lnTo>
                  <a:pt x="1767962" y="56570"/>
                </a:lnTo>
                <a:lnTo>
                  <a:pt x="1807356" y="77042"/>
                </a:lnTo>
                <a:lnTo>
                  <a:pt x="1849781" y="100374"/>
                </a:lnTo>
                <a:lnTo>
                  <a:pt x="1895668" y="127229"/>
                </a:lnTo>
                <a:lnTo>
                  <a:pt x="1945668" y="156945"/>
                </a:lnTo>
                <a:lnTo>
                  <a:pt x="1999997" y="190182"/>
                </a:lnTo>
                <a:lnTo>
                  <a:pt x="2059304" y="226062"/>
                </a:lnTo>
                <a:lnTo>
                  <a:pt x="2123806" y="265462"/>
                </a:lnTo>
                <a:lnTo>
                  <a:pt x="2193936" y="307725"/>
                </a:lnTo>
                <a:lnTo>
                  <a:pt x="2270342" y="353510"/>
                </a:lnTo>
                <a:lnTo>
                  <a:pt x="2353459" y="401935"/>
                </a:lnTo>
                <a:lnTo>
                  <a:pt x="2436576" y="450142"/>
                </a:lnTo>
                <a:lnTo>
                  <a:pt x="2514065" y="493945"/>
                </a:lnTo>
                <a:lnTo>
                  <a:pt x="2585493" y="534007"/>
                </a:lnTo>
                <a:lnTo>
                  <a:pt x="2651727" y="570766"/>
                </a:lnTo>
                <a:lnTo>
                  <a:pt x="2712117" y="604225"/>
                </a:lnTo>
                <a:lnTo>
                  <a:pt x="2767744" y="635262"/>
                </a:lnTo>
                <a:lnTo>
                  <a:pt x="2818394" y="663876"/>
                </a:lnTo>
                <a:lnTo>
                  <a:pt x="2864281" y="690511"/>
                </a:lnTo>
                <a:lnTo>
                  <a:pt x="2905840" y="716044"/>
                </a:lnTo>
                <a:lnTo>
                  <a:pt x="2943286" y="740037"/>
                </a:lnTo>
                <a:lnTo>
                  <a:pt x="2976186" y="763370"/>
                </a:lnTo>
                <a:lnTo>
                  <a:pt x="3005840" y="786702"/>
                </a:lnTo>
                <a:lnTo>
                  <a:pt x="3031813" y="809595"/>
                </a:lnTo>
                <a:lnTo>
                  <a:pt x="3054108" y="833147"/>
                </a:lnTo>
                <a:lnTo>
                  <a:pt x="3073588" y="857580"/>
                </a:lnTo>
                <a:lnTo>
                  <a:pt x="3090038" y="883114"/>
                </a:lnTo>
                <a:lnTo>
                  <a:pt x="3103675" y="910189"/>
                </a:lnTo>
                <a:lnTo>
                  <a:pt x="3114930" y="939245"/>
                </a:lnTo>
                <a:lnTo>
                  <a:pt x="3124021" y="970722"/>
                </a:lnTo>
                <a:lnTo>
                  <a:pt x="3130731" y="1004840"/>
                </a:lnTo>
                <a:lnTo>
                  <a:pt x="3136142" y="1042039"/>
                </a:lnTo>
                <a:lnTo>
                  <a:pt x="3139605" y="1082762"/>
                </a:lnTo>
                <a:lnTo>
                  <a:pt x="3141770" y="1127225"/>
                </a:lnTo>
                <a:lnTo>
                  <a:pt x="3142636" y="1176091"/>
                </a:lnTo>
                <a:lnTo>
                  <a:pt x="3142852" y="1229800"/>
                </a:lnTo>
                <a:lnTo>
                  <a:pt x="3142203" y="1288352"/>
                </a:lnTo>
                <a:lnTo>
                  <a:pt x="3140904" y="1351966"/>
                </a:lnTo>
                <a:lnTo>
                  <a:pt x="3139605" y="1421743"/>
                </a:lnTo>
                <a:lnTo>
                  <a:pt x="3138090" y="1497684"/>
                </a:lnTo>
                <a:lnTo>
                  <a:pt x="3136791" y="1580009"/>
                </a:lnTo>
                <a:lnTo>
                  <a:pt x="3135709" y="1669596"/>
                </a:lnTo>
                <a:lnTo>
                  <a:pt x="3135277" y="1766229"/>
                </a:lnTo>
                <a:lnTo>
                  <a:pt x="3135709" y="1862860"/>
                </a:lnTo>
                <a:lnTo>
                  <a:pt x="3136791" y="1952449"/>
                </a:lnTo>
                <a:lnTo>
                  <a:pt x="3138090" y="2034773"/>
                </a:lnTo>
                <a:lnTo>
                  <a:pt x="3139605" y="2110713"/>
                </a:lnTo>
                <a:lnTo>
                  <a:pt x="3140904" y="2180490"/>
                </a:lnTo>
                <a:lnTo>
                  <a:pt x="3142203" y="2244105"/>
                </a:lnTo>
                <a:lnTo>
                  <a:pt x="3142852" y="2302656"/>
                </a:lnTo>
                <a:lnTo>
                  <a:pt x="3142636" y="2356365"/>
                </a:lnTo>
                <a:lnTo>
                  <a:pt x="3141770" y="2405231"/>
                </a:lnTo>
                <a:lnTo>
                  <a:pt x="3139605" y="2449695"/>
                </a:lnTo>
                <a:lnTo>
                  <a:pt x="3136142" y="2490417"/>
                </a:lnTo>
                <a:lnTo>
                  <a:pt x="3130948" y="2527617"/>
                </a:lnTo>
                <a:lnTo>
                  <a:pt x="3124021" y="2561736"/>
                </a:lnTo>
                <a:lnTo>
                  <a:pt x="3114930" y="2593213"/>
                </a:lnTo>
                <a:lnTo>
                  <a:pt x="3103675" y="2622267"/>
                </a:lnTo>
                <a:lnTo>
                  <a:pt x="3090038" y="2649342"/>
                </a:lnTo>
                <a:lnTo>
                  <a:pt x="3073588" y="2674876"/>
                </a:lnTo>
                <a:lnTo>
                  <a:pt x="3054108" y="2699309"/>
                </a:lnTo>
                <a:lnTo>
                  <a:pt x="3031813" y="2722862"/>
                </a:lnTo>
                <a:lnTo>
                  <a:pt x="3005840" y="2745754"/>
                </a:lnTo>
                <a:lnTo>
                  <a:pt x="2976402" y="2769086"/>
                </a:lnTo>
                <a:lnTo>
                  <a:pt x="2943286" y="2792419"/>
                </a:lnTo>
                <a:lnTo>
                  <a:pt x="2905840" y="2816632"/>
                </a:lnTo>
                <a:lnTo>
                  <a:pt x="2864498" y="2841945"/>
                </a:lnTo>
                <a:lnTo>
                  <a:pt x="2818394" y="2868580"/>
                </a:lnTo>
                <a:lnTo>
                  <a:pt x="2767744" y="2897196"/>
                </a:lnTo>
                <a:lnTo>
                  <a:pt x="2712117" y="2928232"/>
                </a:lnTo>
                <a:lnTo>
                  <a:pt x="2651727" y="2961910"/>
                </a:lnTo>
                <a:lnTo>
                  <a:pt x="2585493" y="2998669"/>
                </a:lnTo>
                <a:lnTo>
                  <a:pt x="2514065" y="3038511"/>
                </a:lnTo>
                <a:lnTo>
                  <a:pt x="2436576" y="3082314"/>
                </a:lnTo>
                <a:lnTo>
                  <a:pt x="2353459" y="3130521"/>
                </a:lnTo>
                <a:lnTo>
                  <a:pt x="2270342" y="3178947"/>
                </a:lnTo>
                <a:lnTo>
                  <a:pt x="2193936" y="3224731"/>
                </a:lnTo>
                <a:lnTo>
                  <a:pt x="2123806" y="3266994"/>
                </a:lnTo>
                <a:lnTo>
                  <a:pt x="2059304" y="3306395"/>
                </a:lnTo>
                <a:lnTo>
                  <a:pt x="1999997" y="3342274"/>
                </a:lnTo>
                <a:lnTo>
                  <a:pt x="1945668" y="3375513"/>
                </a:lnTo>
                <a:lnTo>
                  <a:pt x="1895668" y="3405228"/>
                </a:lnTo>
                <a:lnTo>
                  <a:pt x="1849781" y="3432083"/>
                </a:lnTo>
                <a:lnTo>
                  <a:pt x="1807356" y="3455415"/>
                </a:lnTo>
                <a:lnTo>
                  <a:pt x="1767962" y="3475886"/>
                </a:lnTo>
                <a:lnTo>
                  <a:pt x="1731167" y="3493055"/>
                </a:lnTo>
                <a:lnTo>
                  <a:pt x="1696534" y="3507363"/>
                </a:lnTo>
                <a:lnTo>
                  <a:pt x="1663850" y="3518369"/>
                </a:lnTo>
                <a:lnTo>
                  <a:pt x="1632249" y="3526073"/>
                </a:lnTo>
                <a:lnTo>
                  <a:pt x="1601512" y="3530916"/>
                </a:lnTo>
                <a:lnTo>
                  <a:pt x="1571643" y="3532456"/>
                </a:lnTo>
                <a:lnTo>
                  <a:pt x="1541339" y="3530916"/>
                </a:lnTo>
                <a:lnTo>
                  <a:pt x="1510604" y="3526073"/>
                </a:lnTo>
                <a:lnTo>
                  <a:pt x="1479003" y="3518369"/>
                </a:lnTo>
                <a:lnTo>
                  <a:pt x="1446318" y="3507363"/>
                </a:lnTo>
                <a:lnTo>
                  <a:pt x="1411687" y="3493055"/>
                </a:lnTo>
                <a:lnTo>
                  <a:pt x="1374890" y="3475886"/>
                </a:lnTo>
                <a:lnTo>
                  <a:pt x="1335496" y="3455415"/>
                </a:lnTo>
                <a:lnTo>
                  <a:pt x="1293071" y="3432083"/>
                </a:lnTo>
                <a:lnTo>
                  <a:pt x="1247184" y="3405228"/>
                </a:lnTo>
                <a:lnTo>
                  <a:pt x="1197184" y="3375513"/>
                </a:lnTo>
                <a:lnTo>
                  <a:pt x="1142856" y="3342274"/>
                </a:lnTo>
                <a:lnTo>
                  <a:pt x="1083548" y="3306395"/>
                </a:lnTo>
                <a:lnTo>
                  <a:pt x="1019046" y="3266994"/>
                </a:lnTo>
                <a:lnTo>
                  <a:pt x="948917" y="3224731"/>
                </a:lnTo>
                <a:lnTo>
                  <a:pt x="872510" y="3178947"/>
                </a:lnTo>
                <a:lnTo>
                  <a:pt x="789393" y="3130521"/>
                </a:lnTo>
                <a:lnTo>
                  <a:pt x="706276" y="3082314"/>
                </a:lnTo>
                <a:lnTo>
                  <a:pt x="628786" y="3038511"/>
                </a:lnTo>
                <a:lnTo>
                  <a:pt x="557359" y="2998450"/>
                </a:lnTo>
                <a:lnTo>
                  <a:pt x="491125" y="2961690"/>
                </a:lnTo>
                <a:lnTo>
                  <a:pt x="430735" y="2928232"/>
                </a:lnTo>
                <a:lnTo>
                  <a:pt x="375108" y="2897196"/>
                </a:lnTo>
                <a:lnTo>
                  <a:pt x="324458" y="2868580"/>
                </a:lnTo>
                <a:lnTo>
                  <a:pt x="278571" y="2841945"/>
                </a:lnTo>
                <a:lnTo>
                  <a:pt x="237012" y="2816412"/>
                </a:lnTo>
                <a:lnTo>
                  <a:pt x="199567" y="2792419"/>
                </a:lnTo>
                <a:lnTo>
                  <a:pt x="166667" y="2769086"/>
                </a:lnTo>
                <a:lnTo>
                  <a:pt x="137013" y="2745754"/>
                </a:lnTo>
                <a:lnTo>
                  <a:pt x="111039" y="2722862"/>
                </a:lnTo>
                <a:lnTo>
                  <a:pt x="88744" y="2699309"/>
                </a:lnTo>
                <a:lnTo>
                  <a:pt x="69264" y="2674876"/>
                </a:lnTo>
                <a:lnTo>
                  <a:pt x="52814" y="2649342"/>
                </a:lnTo>
                <a:lnTo>
                  <a:pt x="39178" y="2622267"/>
                </a:lnTo>
                <a:lnTo>
                  <a:pt x="27922" y="2593213"/>
                </a:lnTo>
                <a:lnTo>
                  <a:pt x="18831" y="2561736"/>
                </a:lnTo>
                <a:lnTo>
                  <a:pt x="12121" y="2527617"/>
                </a:lnTo>
                <a:lnTo>
                  <a:pt x="6710" y="2490417"/>
                </a:lnTo>
                <a:lnTo>
                  <a:pt x="3246" y="2449695"/>
                </a:lnTo>
                <a:lnTo>
                  <a:pt x="1082" y="2405231"/>
                </a:lnTo>
                <a:lnTo>
                  <a:pt x="216" y="2356365"/>
                </a:lnTo>
                <a:lnTo>
                  <a:pt x="0" y="2302656"/>
                </a:lnTo>
                <a:lnTo>
                  <a:pt x="649" y="2244105"/>
                </a:lnTo>
                <a:lnTo>
                  <a:pt x="1948" y="2180490"/>
                </a:lnTo>
                <a:lnTo>
                  <a:pt x="3246" y="2110713"/>
                </a:lnTo>
                <a:lnTo>
                  <a:pt x="4762" y="2034773"/>
                </a:lnTo>
                <a:lnTo>
                  <a:pt x="6061" y="1952449"/>
                </a:lnTo>
                <a:lnTo>
                  <a:pt x="7143" y="1862860"/>
                </a:lnTo>
                <a:lnTo>
                  <a:pt x="7576" y="1766229"/>
                </a:lnTo>
                <a:lnTo>
                  <a:pt x="7143" y="1669596"/>
                </a:lnTo>
                <a:lnTo>
                  <a:pt x="6061" y="1580009"/>
                </a:lnTo>
                <a:lnTo>
                  <a:pt x="4762" y="1497684"/>
                </a:lnTo>
                <a:lnTo>
                  <a:pt x="3246" y="1421743"/>
                </a:lnTo>
                <a:lnTo>
                  <a:pt x="1948" y="1351966"/>
                </a:lnTo>
                <a:lnTo>
                  <a:pt x="649" y="1288352"/>
                </a:lnTo>
                <a:lnTo>
                  <a:pt x="0" y="1229800"/>
                </a:lnTo>
                <a:lnTo>
                  <a:pt x="216" y="1176091"/>
                </a:lnTo>
                <a:lnTo>
                  <a:pt x="1082" y="1127225"/>
                </a:lnTo>
                <a:lnTo>
                  <a:pt x="3246" y="1082762"/>
                </a:lnTo>
                <a:lnTo>
                  <a:pt x="6710" y="1042039"/>
                </a:lnTo>
                <a:lnTo>
                  <a:pt x="11905" y="1004840"/>
                </a:lnTo>
                <a:lnTo>
                  <a:pt x="18831" y="970722"/>
                </a:lnTo>
                <a:lnTo>
                  <a:pt x="27922" y="939245"/>
                </a:lnTo>
                <a:lnTo>
                  <a:pt x="39178" y="910189"/>
                </a:lnTo>
                <a:lnTo>
                  <a:pt x="52814" y="883114"/>
                </a:lnTo>
                <a:lnTo>
                  <a:pt x="69264" y="857580"/>
                </a:lnTo>
                <a:lnTo>
                  <a:pt x="88744" y="833147"/>
                </a:lnTo>
                <a:lnTo>
                  <a:pt x="111039" y="809595"/>
                </a:lnTo>
                <a:lnTo>
                  <a:pt x="137013" y="786702"/>
                </a:lnTo>
                <a:lnTo>
                  <a:pt x="166450" y="763370"/>
                </a:lnTo>
                <a:lnTo>
                  <a:pt x="199567" y="740037"/>
                </a:lnTo>
                <a:lnTo>
                  <a:pt x="237012" y="715825"/>
                </a:lnTo>
                <a:lnTo>
                  <a:pt x="278354" y="690511"/>
                </a:lnTo>
                <a:lnTo>
                  <a:pt x="324458" y="663876"/>
                </a:lnTo>
                <a:lnTo>
                  <a:pt x="375108" y="635262"/>
                </a:lnTo>
                <a:lnTo>
                  <a:pt x="430735" y="604225"/>
                </a:lnTo>
                <a:lnTo>
                  <a:pt x="491125" y="570547"/>
                </a:lnTo>
                <a:lnTo>
                  <a:pt x="557359" y="533787"/>
                </a:lnTo>
                <a:lnTo>
                  <a:pt x="628786" y="493945"/>
                </a:lnTo>
                <a:lnTo>
                  <a:pt x="706276" y="450142"/>
                </a:lnTo>
                <a:lnTo>
                  <a:pt x="789393" y="401935"/>
                </a:lnTo>
                <a:lnTo>
                  <a:pt x="872510" y="353510"/>
                </a:lnTo>
                <a:lnTo>
                  <a:pt x="948917" y="307725"/>
                </a:lnTo>
                <a:lnTo>
                  <a:pt x="1019046" y="265462"/>
                </a:lnTo>
                <a:lnTo>
                  <a:pt x="1083548" y="226062"/>
                </a:lnTo>
                <a:lnTo>
                  <a:pt x="1142856" y="190182"/>
                </a:lnTo>
                <a:lnTo>
                  <a:pt x="1197184" y="156945"/>
                </a:lnTo>
                <a:lnTo>
                  <a:pt x="1247184" y="127229"/>
                </a:lnTo>
                <a:lnTo>
                  <a:pt x="1293071" y="100374"/>
                </a:lnTo>
                <a:lnTo>
                  <a:pt x="1335496" y="77042"/>
                </a:lnTo>
                <a:lnTo>
                  <a:pt x="1374890" y="56570"/>
                </a:lnTo>
                <a:lnTo>
                  <a:pt x="1411687" y="39402"/>
                </a:lnTo>
                <a:lnTo>
                  <a:pt x="1446318" y="25093"/>
                </a:lnTo>
                <a:lnTo>
                  <a:pt x="1479003" y="14088"/>
                </a:lnTo>
                <a:lnTo>
                  <a:pt x="1510604" y="6384"/>
                </a:lnTo>
                <a:lnTo>
                  <a:pt x="1541339" y="1541"/>
                </a:lnTo>
                <a:close/>
              </a:path>
            </a:pathLst>
          </a:custGeom>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7" name="Picture Placeholder 6"/>
          <p:cNvSpPr>
            <a:spLocks noGrp="1"/>
          </p:cNvSpPr>
          <p:nvPr>
            <p:ph type="pic" sz="quarter" idx="10"/>
          </p:nvPr>
        </p:nvSpPr>
        <p:spPr>
          <a:xfrm>
            <a:off x="1654655" y="2115030"/>
            <a:ext cx="1967324" cy="2207785"/>
          </a:xfrm>
          <a:custGeom>
            <a:avLst/>
            <a:gdLst>
              <a:gd name="connsiteX0" fmla="*/ 1571643 w 3142852"/>
              <a:gd name="connsiteY0" fmla="*/ 0 h 3532456"/>
              <a:gd name="connsiteX1" fmla="*/ 1601512 w 3142852"/>
              <a:gd name="connsiteY1" fmla="*/ 1541 h 3532456"/>
              <a:gd name="connsiteX2" fmla="*/ 1632249 w 3142852"/>
              <a:gd name="connsiteY2" fmla="*/ 6384 h 3532456"/>
              <a:gd name="connsiteX3" fmla="*/ 1663850 w 3142852"/>
              <a:gd name="connsiteY3" fmla="*/ 14088 h 3532456"/>
              <a:gd name="connsiteX4" fmla="*/ 1696534 w 3142852"/>
              <a:gd name="connsiteY4" fmla="*/ 25093 h 3532456"/>
              <a:gd name="connsiteX5" fmla="*/ 1731167 w 3142852"/>
              <a:gd name="connsiteY5" fmla="*/ 39402 h 3532456"/>
              <a:gd name="connsiteX6" fmla="*/ 1767962 w 3142852"/>
              <a:gd name="connsiteY6" fmla="*/ 56570 h 3532456"/>
              <a:gd name="connsiteX7" fmla="*/ 1807356 w 3142852"/>
              <a:gd name="connsiteY7" fmla="*/ 77042 h 3532456"/>
              <a:gd name="connsiteX8" fmla="*/ 1849781 w 3142852"/>
              <a:gd name="connsiteY8" fmla="*/ 100374 h 3532456"/>
              <a:gd name="connsiteX9" fmla="*/ 1895668 w 3142852"/>
              <a:gd name="connsiteY9" fmla="*/ 127229 h 3532456"/>
              <a:gd name="connsiteX10" fmla="*/ 1945668 w 3142852"/>
              <a:gd name="connsiteY10" fmla="*/ 156945 h 3532456"/>
              <a:gd name="connsiteX11" fmla="*/ 1999997 w 3142852"/>
              <a:gd name="connsiteY11" fmla="*/ 190182 h 3532456"/>
              <a:gd name="connsiteX12" fmla="*/ 2059304 w 3142852"/>
              <a:gd name="connsiteY12" fmla="*/ 226062 h 3532456"/>
              <a:gd name="connsiteX13" fmla="*/ 2123806 w 3142852"/>
              <a:gd name="connsiteY13" fmla="*/ 265462 h 3532456"/>
              <a:gd name="connsiteX14" fmla="*/ 2193936 w 3142852"/>
              <a:gd name="connsiteY14" fmla="*/ 307725 h 3532456"/>
              <a:gd name="connsiteX15" fmla="*/ 2270342 w 3142852"/>
              <a:gd name="connsiteY15" fmla="*/ 353510 h 3532456"/>
              <a:gd name="connsiteX16" fmla="*/ 2353459 w 3142852"/>
              <a:gd name="connsiteY16" fmla="*/ 401935 h 3532456"/>
              <a:gd name="connsiteX17" fmla="*/ 2436576 w 3142852"/>
              <a:gd name="connsiteY17" fmla="*/ 450142 h 3532456"/>
              <a:gd name="connsiteX18" fmla="*/ 2514065 w 3142852"/>
              <a:gd name="connsiteY18" fmla="*/ 493945 h 3532456"/>
              <a:gd name="connsiteX19" fmla="*/ 2585493 w 3142852"/>
              <a:gd name="connsiteY19" fmla="*/ 534007 h 3532456"/>
              <a:gd name="connsiteX20" fmla="*/ 2651727 w 3142852"/>
              <a:gd name="connsiteY20" fmla="*/ 570766 h 3532456"/>
              <a:gd name="connsiteX21" fmla="*/ 2712117 w 3142852"/>
              <a:gd name="connsiteY21" fmla="*/ 604225 h 3532456"/>
              <a:gd name="connsiteX22" fmla="*/ 2767744 w 3142852"/>
              <a:gd name="connsiteY22" fmla="*/ 635262 h 3532456"/>
              <a:gd name="connsiteX23" fmla="*/ 2818394 w 3142852"/>
              <a:gd name="connsiteY23" fmla="*/ 663876 h 3532456"/>
              <a:gd name="connsiteX24" fmla="*/ 2864281 w 3142852"/>
              <a:gd name="connsiteY24" fmla="*/ 690511 h 3532456"/>
              <a:gd name="connsiteX25" fmla="*/ 2905840 w 3142852"/>
              <a:gd name="connsiteY25" fmla="*/ 716044 h 3532456"/>
              <a:gd name="connsiteX26" fmla="*/ 2943286 w 3142852"/>
              <a:gd name="connsiteY26" fmla="*/ 740037 h 3532456"/>
              <a:gd name="connsiteX27" fmla="*/ 2976186 w 3142852"/>
              <a:gd name="connsiteY27" fmla="*/ 763370 h 3532456"/>
              <a:gd name="connsiteX28" fmla="*/ 3005840 w 3142852"/>
              <a:gd name="connsiteY28" fmla="*/ 786702 h 3532456"/>
              <a:gd name="connsiteX29" fmla="*/ 3031813 w 3142852"/>
              <a:gd name="connsiteY29" fmla="*/ 809595 h 3532456"/>
              <a:gd name="connsiteX30" fmla="*/ 3054108 w 3142852"/>
              <a:gd name="connsiteY30" fmla="*/ 833147 h 3532456"/>
              <a:gd name="connsiteX31" fmla="*/ 3073588 w 3142852"/>
              <a:gd name="connsiteY31" fmla="*/ 857580 h 3532456"/>
              <a:gd name="connsiteX32" fmla="*/ 3090038 w 3142852"/>
              <a:gd name="connsiteY32" fmla="*/ 883114 h 3532456"/>
              <a:gd name="connsiteX33" fmla="*/ 3103675 w 3142852"/>
              <a:gd name="connsiteY33" fmla="*/ 910189 h 3532456"/>
              <a:gd name="connsiteX34" fmla="*/ 3114930 w 3142852"/>
              <a:gd name="connsiteY34" fmla="*/ 939245 h 3532456"/>
              <a:gd name="connsiteX35" fmla="*/ 3124021 w 3142852"/>
              <a:gd name="connsiteY35" fmla="*/ 970722 h 3532456"/>
              <a:gd name="connsiteX36" fmla="*/ 3130731 w 3142852"/>
              <a:gd name="connsiteY36" fmla="*/ 1004840 h 3532456"/>
              <a:gd name="connsiteX37" fmla="*/ 3136142 w 3142852"/>
              <a:gd name="connsiteY37" fmla="*/ 1042039 h 3532456"/>
              <a:gd name="connsiteX38" fmla="*/ 3139605 w 3142852"/>
              <a:gd name="connsiteY38" fmla="*/ 1082762 h 3532456"/>
              <a:gd name="connsiteX39" fmla="*/ 3141770 w 3142852"/>
              <a:gd name="connsiteY39" fmla="*/ 1127225 h 3532456"/>
              <a:gd name="connsiteX40" fmla="*/ 3142636 w 3142852"/>
              <a:gd name="connsiteY40" fmla="*/ 1176091 h 3532456"/>
              <a:gd name="connsiteX41" fmla="*/ 3142852 w 3142852"/>
              <a:gd name="connsiteY41" fmla="*/ 1229800 h 3532456"/>
              <a:gd name="connsiteX42" fmla="*/ 3142203 w 3142852"/>
              <a:gd name="connsiteY42" fmla="*/ 1288352 h 3532456"/>
              <a:gd name="connsiteX43" fmla="*/ 3140904 w 3142852"/>
              <a:gd name="connsiteY43" fmla="*/ 1351966 h 3532456"/>
              <a:gd name="connsiteX44" fmla="*/ 3139605 w 3142852"/>
              <a:gd name="connsiteY44" fmla="*/ 1421743 h 3532456"/>
              <a:gd name="connsiteX45" fmla="*/ 3138090 w 3142852"/>
              <a:gd name="connsiteY45" fmla="*/ 1497684 h 3532456"/>
              <a:gd name="connsiteX46" fmla="*/ 3136791 w 3142852"/>
              <a:gd name="connsiteY46" fmla="*/ 1580009 h 3532456"/>
              <a:gd name="connsiteX47" fmla="*/ 3135709 w 3142852"/>
              <a:gd name="connsiteY47" fmla="*/ 1669596 h 3532456"/>
              <a:gd name="connsiteX48" fmla="*/ 3135277 w 3142852"/>
              <a:gd name="connsiteY48" fmla="*/ 1766229 h 3532456"/>
              <a:gd name="connsiteX49" fmla="*/ 3135709 w 3142852"/>
              <a:gd name="connsiteY49" fmla="*/ 1862860 h 3532456"/>
              <a:gd name="connsiteX50" fmla="*/ 3136791 w 3142852"/>
              <a:gd name="connsiteY50" fmla="*/ 1952449 h 3532456"/>
              <a:gd name="connsiteX51" fmla="*/ 3138090 w 3142852"/>
              <a:gd name="connsiteY51" fmla="*/ 2034773 h 3532456"/>
              <a:gd name="connsiteX52" fmla="*/ 3139605 w 3142852"/>
              <a:gd name="connsiteY52" fmla="*/ 2110713 h 3532456"/>
              <a:gd name="connsiteX53" fmla="*/ 3140904 w 3142852"/>
              <a:gd name="connsiteY53" fmla="*/ 2180490 h 3532456"/>
              <a:gd name="connsiteX54" fmla="*/ 3142203 w 3142852"/>
              <a:gd name="connsiteY54" fmla="*/ 2244105 h 3532456"/>
              <a:gd name="connsiteX55" fmla="*/ 3142852 w 3142852"/>
              <a:gd name="connsiteY55" fmla="*/ 2302656 h 3532456"/>
              <a:gd name="connsiteX56" fmla="*/ 3142636 w 3142852"/>
              <a:gd name="connsiteY56" fmla="*/ 2356365 h 3532456"/>
              <a:gd name="connsiteX57" fmla="*/ 3141770 w 3142852"/>
              <a:gd name="connsiteY57" fmla="*/ 2405231 h 3532456"/>
              <a:gd name="connsiteX58" fmla="*/ 3139605 w 3142852"/>
              <a:gd name="connsiteY58" fmla="*/ 2449695 h 3532456"/>
              <a:gd name="connsiteX59" fmla="*/ 3136142 w 3142852"/>
              <a:gd name="connsiteY59" fmla="*/ 2490417 h 3532456"/>
              <a:gd name="connsiteX60" fmla="*/ 3130948 w 3142852"/>
              <a:gd name="connsiteY60" fmla="*/ 2527617 h 3532456"/>
              <a:gd name="connsiteX61" fmla="*/ 3124021 w 3142852"/>
              <a:gd name="connsiteY61" fmla="*/ 2561736 h 3532456"/>
              <a:gd name="connsiteX62" fmla="*/ 3114930 w 3142852"/>
              <a:gd name="connsiteY62" fmla="*/ 2593213 h 3532456"/>
              <a:gd name="connsiteX63" fmla="*/ 3103675 w 3142852"/>
              <a:gd name="connsiteY63" fmla="*/ 2622267 h 3532456"/>
              <a:gd name="connsiteX64" fmla="*/ 3090038 w 3142852"/>
              <a:gd name="connsiteY64" fmla="*/ 2649342 h 3532456"/>
              <a:gd name="connsiteX65" fmla="*/ 3073588 w 3142852"/>
              <a:gd name="connsiteY65" fmla="*/ 2674876 h 3532456"/>
              <a:gd name="connsiteX66" fmla="*/ 3054108 w 3142852"/>
              <a:gd name="connsiteY66" fmla="*/ 2699309 h 3532456"/>
              <a:gd name="connsiteX67" fmla="*/ 3031813 w 3142852"/>
              <a:gd name="connsiteY67" fmla="*/ 2722862 h 3532456"/>
              <a:gd name="connsiteX68" fmla="*/ 3005840 w 3142852"/>
              <a:gd name="connsiteY68" fmla="*/ 2745754 h 3532456"/>
              <a:gd name="connsiteX69" fmla="*/ 2976402 w 3142852"/>
              <a:gd name="connsiteY69" fmla="*/ 2769086 h 3532456"/>
              <a:gd name="connsiteX70" fmla="*/ 2943286 w 3142852"/>
              <a:gd name="connsiteY70" fmla="*/ 2792419 h 3532456"/>
              <a:gd name="connsiteX71" fmla="*/ 2905840 w 3142852"/>
              <a:gd name="connsiteY71" fmla="*/ 2816632 h 3532456"/>
              <a:gd name="connsiteX72" fmla="*/ 2864498 w 3142852"/>
              <a:gd name="connsiteY72" fmla="*/ 2841945 h 3532456"/>
              <a:gd name="connsiteX73" fmla="*/ 2818394 w 3142852"/>
              <a:gd name="connsiteY73" fmla="*/ 2868580 h 3532456"/>
              <a:gd name="connsiteX74" fmla="*/ 2767744 w 3142852"/>
              <a:gd name="connsiteY74" fmla="*/ 2897196 h 3532456"/>
              <a:gd name="connsiteX75" fmla="*/ 2712117 w 3142852"/>
              <a:gd name="connsiteY75" fmla="*/ 2928232 h 3532456"/>
              <a:gd name="connsiteX76" fmla="*/ 2651727 w 3142852"/>
              <a:gd name="connsiteY76" fmla="*/ 2961910 h 3532456"/>
              <a:gd name="connsiteX77" fmla="*/ 2585493 w 3142852"/>
              <a:gd name="connsiteY77" fmla="*/ 2998669 h 3532456"/>
              <a:gd name="connsiteX78" fmla="*/ 2514065 w 3142852"/>
              <a:gd name="connsiteY78" fmla="*/ 3038511 h 3532456"/>
              <a:gd name="connsiteX79" fmla="*/ 2436576 w 3142852"/>
              <a:gd name="connsiteY79" fmla="*/ 3082314 h 3532456"/>
              <a:gd name="connsiteX80" fmla="*/ 2353459 w 3142852"/>
              <a:gd name="connsiteY80" fmla="*/ 3130521 h 3532456"/>
              <a:gd name="connsiteX81" fmla="*/ 2270342 w 3142852"/>
              <a:gd name="connsiteY81" fmla="*/ 3178947 h 3532456"/>
              <a:gd name="connsiteX82" fmla="*/ 2193936 w 3142852"/>
              <a:gd name="connsiteY82" fmla="*/ 3224731 h 3532456"/>
              <a:gd name="connsiteX83" fmla="*/ 2123806 w 3142852"/>
              <a:gd name="connsiteY83" fmla="*/ 3266994 h 3532456"/>
              <a:gd name="connsiteX84" fmla="*/ 2059304 w 3142852"/>
              <a:gd name="connsiteY84" fmla="*/ 3306395 h 3532456"/>
              <a:gd name="connsiteX85" fmla="*/ 1999997 w 3142852"/>
              <a:gd name="connsiteY85" fmla="*/ 3342274 h 3532456"/>
              <a:gd name="connsiteX86" fmla="*/ 1945668 w 3142852"/>
              <a:gd name="connsiteY86" fmla="*/ 3375513 h 3532456"/>
              <a:gd name="connsiteX87" fmla="*/ 1895668 w 3142852"/>
              <a:gd name="connsiteY87" fmla="*/ 3405228 h 3532456"/>
              <a:gd name="connsiteX88" fmla="*/ 1849781 w 3142852"/>
              <a:gd name="connsiteY88" fmla="*/ 3432083 h 3532456"/>
              <a:gd name="connsiteX89" fmla="*/ 1807356 w 3142852"/>
              <a:gd name="connsiteY89" fmla="*/ 3455415 h 3532456"/>
              <a:gd name="connsiteX90" fmla="*/ 1767962 w 3142852"/>
              <a:gd name="connsiteY90" fmla="*/ 3475886 h 3532456"/>
              <a:gd name="connsiteX91" fmla="*/ 1731167 w 3142852"/>
              <a:gd name="connsiteY91" fmla="*/ 3493055 h 3532456"/>
              <a:gd name="connsiteX92" fmla="*/ 1696534 w 3142852"/>
              <a:gd name="connsiteY92" fmla="*/ 3507363 h 3532456"/>
              <a:gd name="connsiteX93" fmla="*/ 1663850 w 3142852"/>
              <a:gd name="connsiteY93" fmla="*/ 3518369 h 3532456"/>
              <a:gd name="connsiteX94" fmla="*/ 1632249 w 3142852"/>
              <a:gd name="connsiteY94" fmla="*/ 3526073 h 3532456"/>
              <a:gd name="connsiteX95" fmla="*/ 1601512 w 3142852"/>
              <a:gd name="connsiteY95" fmla="*/ 3530916 h 3532456"/>
              <a:gd name="connsiteX96" fmla="*/ 1571643 w 3142852"/>
              <a:gd name="connsiteY96" fmla="*/ 3532456 h 3532456"/>
              <a:gd name="connsiteX97" fmla="*/ 1541339 w 3142852"/>
              <a:gd name="connsiteY97" fmla="*/ 3530916 h 3532456"/>
              <a:gd name="connsiteX98" fmla="*/ 1510604 w 3142852"/>
              <a:gd name="connsiteY98" fmla="*/ 3526073 h 3532456"/>
              <a:gd name="connsiteX99" fmla="*/ 1479003 w 3142852"/>
              <a:gd name="connsiteY99" fmla="*/ 3518369 h 3532456"/>
              <a:gd name="connsiteX100" fmla="*/ 1446318 w 3142852"/>
              <a:gd name="connsiteY100" fmla="*/ 3507363 h 3532456"/>
              <a:gd name="connsiteX101" fmla="*/ 1411687 w 3142852"/>
              <a:gd name="connsiteY101" fmla="*/ 3493055 h 3532456"/>
              <a:gd name="connsiteX102" fmla="*/ 1374890 w 3142852"/>
              <a:gd name="connsiteY102" fmla="*/ 3475886 h 3532456"/>
              <a:gd name="connsiteX103" fmla="*/ 1335496 w 3142852"/>
              <a:gd name="connsiteY103" fmla="*/ 3455415 h 3532456"/>
              <a:gd name="connsiteX104" fmla="*/ 1293071 w 3142852"/>
              <a:gd name="connsiteY104" fmla="*/ 3432083 h 3532456"/>
              <a:gd name="connsiteX105" fmla="*/ 1247184 w 3142852"/>
              <a:gd name="connsiteY105" fmla="*/ 3405228 h 3532456"/>
              <a:gd name="connsiteX106" fmla="*/ 1197184 w 3142852"/>
              <a:gd name="connsiteY106" fmla="*/ 3375513 h 3532456"/>
              <a:gd name="connsiteX107" fmla="*/ 1142856 w 3142852"/>
              <a:gd name="connsiteY107" fmla="*/ 3342274 h 3532456"/>
              <a:gd name="connsiteX108" fmla="*/ 1083548 w 3142852"/>
              <a:gd name="connsiteY108" fmla="*/ 3306395 h 3532456"/>
              <a:gd name="connsiteX109" fmla="*/ 1019046 w 3142852"/>
              <a:gd name="connsiteY109" fmla="*/ 3266994 h 3532456"/>
              <a:gd name="connsiteX110" fmla="*/ 948917 w 3142852"/>
              <a:gd name="connsiteY110" fmla="*/ 3224731 h 3532456"/>
              <a:gd name="connsiteX111" fmla="*/ 872510 w 3142852"/>
              <a:gd name="connsiteY111" fmla="*/ 3178947 h 3532456"/>
              <a:gd name="connsiteX112" fmla="*/ 789393 w 3142852"/>
              <a:gd name="connsiteY112" fmla="*/ 3130521 h 3532456"/>
              <a:gd name="connsiteX113" fmla="*/ 706276 w 3142852"/>
              <a:gd name="connsiteY113" fmla="*/ 3082314 h 3532456"/>
              <a:gd name="connsiteX114" fmla="*/ 628786 w 3142852"/>
              <a:gd name="connsiteY114" fmla="*/ 3038511 h 3532456"/>
              <a:gd name="connsiteX115" fmla="*/ 557359 w 3142852"/>
              <a:gd name="connsiteY115" fmla="*/ 2998450 h 3532456"/>
              <a:gd name="connsiteX116" fmla="*/ 491125 w 3142852"/>
              <a:gd name="connsiteY116" fmla="*/ 2961690 h 3532456"/>
              <a:gd name="connsiteX117" fmla="*/ 430735 w 3142852"/>
              <a:gd name="connsiteY117" fmla="*/ 2928232 h 3532456"/>
              <a:gd name="connsiteX118" fmla="*/ 375108 w 3142852"/>
              <a:gd name="connsiteY118" fmla="*/ 2897196 h 3532456"/>
              <a:gd name="connsiteX119" fmla="*/ 324458 w 3142852"/>
              <a:gd name="connsiteY119" fmla="*/ 2868580 h 3532456"/>
              <a:gd name="connsiteX120" fmla="*/ 278571 w 3142852"/>
              <a:gd name="connsiteY120" fmla="*/ 2841945 h 3532456"/>
              <a:gd name="connsiteX121" fmla="*/ 237012 w 3142852"/>
              <a:gd name="connsiteY121" fmla="*/ 2816412 h 3532456"/>
              <a:gd name="connsiteX122" fmla="*/ 199567 w 3142852"/>
              <a:gd name="connsiteY122" fmla="*/ 2792419 h 3532456"/>
              <a:gd name="connsiteX123" fmla="*/ 166667 w 3142852"/>
              <a:gd name="connsiteY123" fmla="*/ 2769086 h 3532456"/>
              <a:gd name="connsiteX124" fmla="*/ 137013 w 3142852"/>
              <a:gd name="connsiteY124" fmla="*/ 2745754 h 3532456"/>
              <a:gd name="connsiteX125" fmla="*/ 111039 w 3142852"/>
              <a:gd name="connsiteY125" fmla="*/ 2722862 h 3532456"/>
              <a:gd name="connsiteX126" fmla="*/ 88744 w 3142852"/>
              <a:gd name="connsiteY126" fmla="*/ 2699309 h 3532456"/>
              <a:gd name="connsiteX127" fmla="*/ 69264 w 3142852"/>
              <a:gd name="connsiteY127" fmla="*/ 2674876 h 3532456"/>
              <a:gd name="connsiteX128" fmla="*/ 52814 w 3142852"/>
              <a:gd name="connsiteY128" fmla="*/ 2649342 h 3532456"/>
              <a:gd name="connsiteX129" fmla="*/ 39178 w 3142852"/>
              <a:gd name="connsiteY129" fmla="*/ 2622267 h 3532456"/>
              <a:gd name="connsiteX130" fmla="*/ 27922 w 3142852"/>
              <a:gd name="connsiteY130" fmla="*/ 2593213 h 3532456"/>
              <a:gd name="connsiteX131" fmla="*/ 18831 w 3142852"/>
              <a:gd name="connsiteY131" fmla="*/ 2561736 h 3532456"/>
              <a:gd name="connsiteX132" fmla="*/ 12121 w 3142852"/>
              <a:gd name="connsiteY132" fmla="*/ 2527617 h 3532456"/>
              <a:gd name="connsiteX133" fmla="*/ 6710 w 3142852"/>
              <a:gd name="connsiteY133" fmla="*/ 2490417 h 3532456"/>
              <a:gd name="connsiteX134" fmla="*/ 3246 w 3142852"/>
              <a:gd name="connsiteY134" fmla="*/ 2449695 h 3532456"/>
              <a:gd name="connsiteX135" fmla="*/ 1082 w 3142852"/>
              <a:gd name="connsiteY135" fmla="*/ 2405231 h 3532456"/>
              <a:gd name="connsiteX136" fmla="*/ 216 w 3142852"/>
              <a:gd name="connsiteY136" fmla="*/ 2356365 h 3532456"/>
              <a:gd name="connsiteX137" fmla="*/ 0 w 3142852"/>
              <a:gd name="connsiteY137" fmla="*/ 2302656 h 3532456"/>
              <a:gd name="connsiteX138" fmla="*/ 649 w 3142852"/>
              <a:gd name="connsiteY138" fmla="*/ 2244105 h 3532456"/>
              <a:gd name="connsiteX139" fmla="*/ 1948 w 3142852"/>
              <a:gd name="connsiteY139" fmla="*/ 2180490 h 3532456"/>
              <a:gd name="connsiteX140" fmla="*/ 3246 w 3142852"/>
              <a:gd name="connsiteY140" fmla="*/ 2110713 h 3532456"/>
              <a:gd name="connsiteX141" fmla="*/ 4762 w 3142852"/>
              <a:gd name="connsiteY141" fmla="*/ 2034773 h 3532456"/>
              <a:gd name="connsiteX142" fmla="*/ 6061 w 3142852"/>
              <a:gd name="connsiteY142" fmla="*/ 1952449 h 3532456"/>
              <a:gd name="connsiteX143" fmla="*/ 7143 w 3142852"/>
              <a:gd name="connsiteY143" fmla="*/ 1862860 h 3532456"/>
              <a:gd name="connsiteX144" fmla="*/ 7576 w 3142852"/>
              <a:gd name="connsiteY144" fmla="*/ 1766229 h 3532456"/>
              <a:gd name="connsiteX145" fmla="*/ 7143 w 3142852"/>
              <a:gd name="connsiteY145" fmla="*/ 1669596 h 3532456"/>
              <a:gd name="connsiteX146" fmla="*/ 6061 w 3142852"/>
              <a:gd name="connsiteY146" fmla="*/ 1580009 h 3532456"/>
              <a:gd name="connsiteX147" fmla="*/ 4762 w 3142852"/>
              <a:gd name="connsiteY147" fmla="*/ 1497684 h 3532456"/>
              <a:gd name="connsiteX148" fmla="*/ 3246 w 3142852"/>
              <a:gd name="connsiteY148" fmla="*/ 1421743 h 3532456"/>
              <a:gd name="connsiteX149" fmla="*/ 1948 w 3142852"/>
              <a:gd name="connsiteY149" fmla="*/ 1351966 h 3532456"/>
              <a:gd name="connsiteX150" fmla="*/ 649 w 3142852"/>
              <a:gd name="connsiteY150" fmla="*/ 1288352 h 3532456"/>
              <a:gd name="connsiteX151" fmla="*/ 0 w 3142852"/>
              <a:gd name="connsiteY151" fmla="*/ 1229800 h 3532456"/>
              <a:gd name="connsiteX152" fmla="*/ 216 w 3142852"/>
              <a:gd name="connsiteY152" fmla="*/ 1176091 h 3532456"/>
              <a:gd name="connsiteX153" fmla="*/ 1082 w 3142852"/>
              <a:gd name="connsiteY153" fmla="*/ 1127225 h 3532456"/>
              <a:gd name="connsiteX154" fmla="*/ 3246 w 3142852"/>
              <a:gd name="connsiteY154" fmla="*/ 1082762 h 3532456"/>
              <a:gd name="connsiteX155" fmla="*/ 6710 w 3142852"/>
              <a:gd name="connsiteY155" fmla="*/ 1042039 h 3532456"/>
              <a:gd name="connsiteX156" fmla="*/ 11905 w 3142852"/>
              <a:gd name="connsiteY156" fmla="*/ 1004840 h 3532456"/>
              <a:gd name="connsiteX157" fmla="*/ 18831 w 3142852"/>
              <a:gd name="connsiteY157" fmla="*/ 970722 h 3532456"/>
              <a:gd name="connsiteX158" fmla="*/ 27922 w 3142852"/>
              <a:gd name="connsiteY158" fmla="*/ 939245 h 3532456"/>
              <a:gd name="connsiteX159" fmla="*/ 39178 w 3142852"/>
              <a:gd name="connsiteY159" fmla="*/ 910189 h 3532456"/>
              <a:gd name="connsiteX160" fmla="*/ 52814 w 3142852"/>
              <a:gd name="connsiteY160" fmla="*/ 883114 h 3532456"/>
              <a:gd name="connsiteX161" fmla="*/ 69264 w 3142852"/>
              <a:gd name="connsiteY161" fmla="*/ 857580 h 3532456"/>
              <a:gd name="connsiteX162" fmla="*/ 88744 w 3142852"/>
              <a:gd name="connsiteY162" fmla="*/ 833147 h 3532456"/>
              <a:gd name="connsiteX163" fmla="*/ 111039 w 3142852"/>
              <a:gd name="connsiteY163" fmla="*/ 809595 h 3532456"/>
              <a:gd name="connsiteX164" fmla="*/ 137013 w 3142852"/>
              <a:gd name="connsiteY164" fmla="*/ 786702 h 3532456"/>
              <a:gd name="connsiteX165" fmla="*/ 166450 w 3142852"/>
              <a:gd name="connsiteY165" fmla="*/ 763370 h 3532456"/>
              <a:gd name="connsiteX166" fmla="*/ 199567 w 3142852"/>
              <a:gd name="connsiteY166" fmla="*/ 740037 h 3532456"/>
              <a:gd name="connsiteX167" fmla="*/ 237012 w 3142852"/>
              <a:gd name="connsiteY167" fmla="*/ 715825 h 3532456"/>
              <a:gd name="connsiteX168" fmla="*/ 278354 w 3142852"/>
              <a:gd name="connsiteY168" fmla="*/ 690511 h 3532456"/>
              <a:gd name="connsiteX169" fmla="*/ 324458 w 3142852"/>
              <a:gd name="connsiteY169" fmla="*/ 663876 h 3532456"/>
              <a:gd name="connsiteX170" fmla="*/ 375108 w 3142852"/>
              <a:gd name="connsiteY170" fmla="*/ 635262 h 3532456"/>
              <a:gd name="connsiteX171" fmla="*/ 430735 w 3142852"/>
              <a:gd name="connsiteY171" fmla="*/ 604225 h 3532456"/>
              <a:gd name="connsiteX172" fmla="*/ 491125 w 3142852"/>
              <a:gd name="connsiteY172" fmla="*/ 570547 h 3532456"/>
              <a:gd name="connsiteX173" fmla="*/ 557359 w 3142852"/>
              <a:gd name="connsiteY173" fmla="*/ 533787 h 3532456"/>
              <a:gd name="connsiteX174" fmla="*/ 628786 w 3142852"/>
              <a:gd name="connsiteY174" fmla="*/ 493945 h 3532456"/>
              <a:gd name="connsiteX175" fmla="*/ 706276 w 3142852"/>
              <a:gd name="connsiteY175" fmla="*/ 450142 h 3532456"/>
              <a:gd name="connsiteX176" fmla="*/ 789393 w 3142852"/>
              <a:gd name="connsiteY176" fmla="*/ 401935 h 3532456"/>
              <a:gd name="connsiteX177" fmla="*/ 872510 w 3142852"/>
              <a:gd name="connsiteY177" fmla="*/ 353510 h 3532456"/>
              <a:gd name="connsiteX178" fmla="*/ 948917 w 3142852"/>
              <a:gd name="connsiteY178" fmla="*/ 307725 h 3532456"/>
              <a:gd name="connsiteX179" fmla="*/ 1019046 w 3142852"/>
              <a:gd name="connsiteY179" fmla="*/ 265462 h 3532456"/>
              <a:gd name="connsiteX180" fmla="*/ 1083548 w 3142852"/>
              <a:gd name="connsiteY180" fmla="*/ 226062 h 3532456"/>
              <a:gd name="connsiteX181" fmla="*/ 1142856 w 3142852"/>
              <a:gd name="connsiteY181" fmla="*/ 190182 h 3532456"/>
              <a:gd name="connsiteX182" fmla="*/ 1197184 w 3142852"/>
              <a:gd name="connsiteY182" fmla="*/ 156945 h 3532456"/>
              <a:gd name="connsiteX183" fmla="*/ 1247184 w 3142852"/>
              <a:gd name="connsiteY183" fmla="*/ 127229 h 3532456"/>
              <a:gd name="connsiteX184" fmla="*/ 1293071 w 3142852"/>
              <a:gd name="connsiteY184" fmla="*/ 100374 h 3532456"/>
              <a:gd name="connsiteX185" fmla="*/ 1335496 w 3142852"/>
              <a:gd name="connsiteY185" fmla="*/ 77042 h 3532456"/>
              <a:gd name="connsiteX186" fmla="*/ 1374890 w 3142852"/>
              <a:gd name="connsiteY186" fmla="*/ 56570 h 3532456"/>
              <a:gd name="connsiteX187" fmla="*/ 1411687 w 3142852"/>
              <a:gd name="connsiteY187" fmla="*/ 39402 h 3532456"/>
              <a:gd name="connsiteX188" fmla="*/ 1446318 w 3142852"/>
              <a:gd name="connsiteY188" fmla="*/ 25093 h 3532456"/>
              <a:gd name="connsiteX189" fmla="*/ 1479003 w 3142852"/>
              <a:gd name="connsiteY189" fmla="*/ 14088 h 3532456"/>
              <a:gd name="connsiteX190" fmla="*/ 1510604 w 3142852"/>
              <a:gd name="connsiteY190" fmla="*/ 6384 h 3532456"/>
              <a:gd name="connsiteX191" fmla="*/ 1541339 w 3142852"/>
              <a:gd name="connsiteY191" fmla="*/ 1541 h 353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142852" h="3532456">
                <a:moveTo>
                  <a:pt x="1571643" y="0"/>
                </a:moveTo>
                <a:lnTo>
                  <a:pt x="1601512" y="1541"/>
                </a:lnTo>
                <a:lnTo>
                  <a:pt x="1632249" y="6384"/>
                </a:lnTo>
                <a:lnTo>
                  <a:pt x="1663850" y="14088"/>
                </a:lnTo>
                <a:lnTo>
                  <a:pt x="1696534" y="25093"/>
                </a:lnTo>
                <a:lnTo>
                  <a:pt x="1731167" y="39402"/>
                </a:lnTo>
                <a:lnTo>
                  <a:pt x="1767962" y="56570"/>
                </a:lnTo>
                <a:lnTo>
                  <a:pt x="1807356" y="77042"/>
                </a:lnTo>
                <a:lnTo>
                  <a:pt x="1849781" y="100374"/>
                </a:lnTo>
                <a:lnTo>
                  <a:pt x="1895668" y="127229"/>
                </a:lnTo>
                <a:lnTo>
                  <a:pt x="1945668" y="156945"/>
                </a:lnTo>
                <a:lnTo>
                  <a:pt x="1999997" y="190182"/>
                </a:lnTo>
                <a:lnTo>
                  <a:pt x="2059304" y="226062"/>
                </a:lnTo>
                <a:lnTo>
                  <a:pt x="2123806" y="265462"/>
                </a:lnTo>
                <a:lnTo>
                  <a:pt x="2193936" y="307725"/>
                </a:lnTo>
                <a:lnTo>
                  <a:pt x="2270342" y="353510"/>
                </a:lnTo>
                <a:lnTo>
                  <a:pt x="2353459" y="401935"/>
                </a:lnTo>
                <a:lnTo>
                  <a:pt x="2436576" y="450142"/>
                </a:lnTo>
                <a:lnTo>
                  <a:pt x="2514065" y="493945"/>
                </a:lnTo>
                <a:lnTo>
                  <a:pt x="2585493" y="534007"/>
                </a:lnTo>
                <a:lnTo>
                  <a:pt x="2651727" y="570766"/>
                </a:lnTo>
                <a:lnTo>
                  <a:pt x="2712117" y="604225"/>
                </a:lnTo>
                <a:lnTo>
                  <a:pt x="2767744" y="635262"/>
                </a:lnTo>
                <a:lnTo>
                  <a:pt x="2818394" y="663876"/>
                </a:lnTo>
                <a:lnTo>
                  <a:pt x="2864281" y="690511"/>
                </a:lnTo>
                <a:lnTo>
                  <a:pt x="2905840" y="716044"/>
                </a:lnTo>
                <a:lnTo>
                  <a:pt x="2943286" y="740037"/>
                </a:lnTo>
                <a:lnTo>
                  <a:pt x="2976186" y="763370"/>
                </a:lnTo>
                <a:lnTo>
                  <a:pt x="3005840" y="786702"/>
                </a:lnTo>
                <a:lnTo>
                  <a:pt x="3031813" y="809595"/>
                </a:lnTo>
                <a:lnTo>
                  <a:pt x="3054108" y="833147"/>
                </a:lnTo>
                <a:lnTo>
                  <a:pt x="3073588" y="857580"/>
                </a:lnTo>
                <a:lnTo>
                  <a:pt x="3090038" y="883114"/>
                </a:lnTo>
                <a:lnTo>
                  <a:pt x="3103675" y="910189"/>
                </a:lnTo>
                <a:lnTo>
                  <a:pt x="3114930" y="939245"/>
                </a:lnTo>
                <a:lnTo>
                  <a:pt x="3124021" y="970722"/>
                </a:lnTo>
                <a:lnTo>
                  <a:pt x="3130731" y="1004840"/>
                </a:lnTo>
                <a:lnTo>
                  <a:pt x="3136142" y="1042039"/>
                </a:lnTo>
                <a:lnTo>
                  <a:pt x="3139605" y="1082762"/>
                </a:lnTo>
                <a:lnTo>
                  <a:pt x="3141770" y="1127225"/>
                </a:lnTo>
                <a:lnTo>
                  <a:pt x="3142636" y="1176091"/>
                </a:lnTo>
                <a:lnTo>
                  <a:pt x="3142852" y="1229800"/>
                </a:lnTo>
                <a:lnTo>
                  <a:pt x="3142203" y="1288352"/>
                </a:lnTo>
                <a:lnTo>
                  <a:pt x="3140904" y="1351966"/>
                </a:lnTo>
                <a:lnTo>
                  <a:pt x="3139605" y="1421743"/>
                </a:lnTo>
                <a:lnTo>
                  <a:pt x="3138090" y="1497684"/>
                </a:lnTo>
                <a:lnTo>
                  <a:pt x="3136791" y="1580009"/>
                </a:lnTo>
                <a:lnTo>
                  <a:pt x="3135709" y="1669596"/>
                </a:lnTo>
                <a:lnTo>
                  <a:pt x="3135277" y="1766229"/>
                </a:lnTo>
                <a:lnTo>
                  <a:pt x="3135709" y="1862860"/>
                </a:lnTo>
                <a:lnTo>
                  <a:pt x="3136791" y="1952449"/>
                </a:lnTo>
                <a:lnTo>
                  <a:pt x="3138090" y="2034773"/>
                </a:lnTo>
                <a:lnTo>
                  <a:pt x="3139605" y="2110713"/>
                </a:lnTo>
                <a:lnTo>
                  <a:pt x="3140904" y="2180490"/>
                </a:lnTo>
                <a:lnTo>
                  <a:pt x="3142203" y="2244105"/>
                </a:lnTo>
                <a:lnTo>
                  <a:pt x="3142852" y="2302656"/>
                </a:lnTo>
                <a:lnTo>
                  <a:pt x="3142636" y="2356365"/>
                </a:lnTo>
                <a:lnTo>
                  <a:pt x="3141770" y="2405231"/>
                </a:lnTo>
                <a:lnTo>
                  <a:pt x="3139605" y="2449695"/>
                </a:lnTo>
                <a:lnTo>
                  <a:pt x="3136142" y="2490417"/>
                </a:lnTo>
                <a:lnTo>
                  <a:pt x="3130948" y="2527617"/>
                </a:lnTo>
                <a:lnTo>
                  <a:pt x="3124021" y="2561736"/>
                </a:lnTo>
                <a:lnTo>
                  <a:pt x="3114930" y="2593213"/>
                </a:lnTo>
                <a:lnTo>
                  <a:pt x="3103675" y="2622267"/>
                </a:lnTo>
                <a:lnTo>
                  <a:pt x="3090038" y="2649342"/>
                </a:lnTo>
                <a:lnTo>
                  <a:pt x="3073588" y="2674876"/>
                </a:lnTo>
                <a:lnTo>
                  <a:pt x="3054108" y="2699309"/>
                </a:lnTo>
                <a:lnTo>
                  <a:pt x="3031813" y="2722862"/>
                </a:lnTo>
                <a:lnTo>
                  <a:pt x="3005840" y="2745754"/>
                </a:lnTo>
                <a:lnTo>
                  <a:pt x="2976402" y="2769086"/>
                </a:lnTo>
                <a:lnTo>
                  <a:pt x="2943286" y="2792419"/>
                </a:lnTo>
                <a:lnTo>
                  <a:pt x="2905840" y="2816632"/>
                </a:lnTo>
                <a:lnTo>
                  <a:pt x="2864498" y="2841945"/>
                </a:lnTo>
                <a:lnTo>
                  <a:pt x="2818394" y="2868580"/>
                </a:lnTo>
                <a:lnTo>
                  <a:pt x="2767744" y="2897196"/>
                </a:lnTo>
                <a:lnTo>
                  <a:pt x="2712117" y="2928232"/>
                </a:lnTo>
                <a:lnTo>
                  <a:pt x="2651727" y="2961910"/>
                </a:lnTo>
                <a:lnTo>
                  <a:pt x="2585493" y="2998669"/>
                </a:lnTo>
                <a:lnTo>
                  <a:pt x="2514065" y="3038511"/>
                </a:lnTo>
                <a:lnTo>
                  <a:pt x="2436576" y="3082314"/>
                </a:lnTo>
                <a:lnTo>
                  <a:pt x="2353459" y="3130521"/>
                </a:lnTo>
                <a:lnTo>
                  <a:pt x="2270342" y="3178947"/>
                </a:lnTo>
                <a:lnTo>
                  <a:pt x="2193936" y="3224731"/>
                </a:lnTo>
                <a:lnTo>
                  <a:pt x="2123806" y="3266994"/>
                </a:lnTo>
                <a:lnTo>
                  <a:pt x="2059304" y="3306395"/>
                </a:lnTo>
                <a:lnTo>
                  <a:pt x="1999997" y="3342274"/>
                </a:lnTo>
                <a:lnTo>
                  <a:pt x="1945668" y="3375513"/>
                </a:lnTo>
                <a:lnTo>
                  <a:pt x="1895668" y="3405228"/>
                </a:lnTo>
                <a:lnTo>
                  <a:pt x="1849781" y="3432083"/>
                </a:lnTo>
                <a:lnTo>
                  <a:pt x="1807356" y="3455415"/>
                </a:lnTo>
                <a:lnTo>
                  <a:pt x="1767962" y="3475886"/>
                </a:lnTo>
                <a:lnTo>
                  <a:pt x="1731167" y="3493055"/>
                </a:lnTo>
                <a:lnTo>
                  <a:pt x="1696534" y="3507363"/>
                </a:lnTo>
                <a:lnTo>
                  <a:pt x="1663850" y="3518369"/>
                </a:lnTo>
                <a:lnTo>
                  <a:pt x="1632249" y="3526073"/>
                </a:lnTo>
                <a:lnTo>
                  <a:pt x="1601512" y="3530916"/>
                </a:lnTo>
                <a:lnTo>
                  <a:pt x="1571643" y="3532456"/>
                </a:lnTo>
                <a:lnTo>
                  <a:pt x="1541339" y="3530916"/>
                </a:lnTo>
                <a:lnTo>
                  <a:pt x="1510604" y="3526073"/>
                </a:lnTo>
                <a:lnTo>
                  <a:pt x="1479003" y="3518369"/>
                </a:lnTo>
                <a:lnTo>
                  <a:pt x="1446318" y="3507363"/>
                </a:lnTo>
                <a:lnTo>
                  <a:pt x="1411687" y="3493055"/>
                </a:lnTo>
                <a:lnTo>
                  <a:pt x="1374890" y="3475886"/>
                </a:lnTo>
                <a:lnTo>
                  <a:pt x="1335496" y="3455415"/>
                </a:lnTo>
                <a:lnTo>
                  <a:pt x="1293071" y="3432083"/>
                </a:lnTo>
                <a:lnTo>
                  <a:pt x="1247184" y="3405228"/>
                </a:lnTo>
                <a:lnTo>
                  <a:pt x="1197184" y="3375513"/>
                </a:lnTo>
                <a:lnTo>
                  <a:pt x="1142856" y="3342274"/>
                </a:lnTo>
                <a:lnTo>
                  <a:pt x="1083548" y="3306395"/>
                </a:lnTo>
                <a:lnTo>
                  <a:pt x="1019046" y="3266994"/>
                </a:lnTo>
                <a:lnTo>
                  <a:pt x="948917" y="3224731"/>
                </a:lnTo>
                <a:lnTo>
                  <a:pt x="872510" y="3178947"/>
                </a:lnTo>
                <a:lnTo>
                  <a:pt x="789393" y="3130521"/>
                </a:lnTo>
                <a:lnTo>
                  <a:pt x="706276" y="3082314"/>
                </a:lnTo>
                <a:lnTo>
                  <a:pt x="628786" y="3038511"/>
                </a:lnTo>
                <a:lnTo>
                  <a:pt x="557359" y="2998450"/>
                </a:lnTo>
                <a:lnTo>
                  <a:pt x="491125" y="2961690"/>
                </a:lnTo>
                <a:lnTo>
                  <a:pt x="430735" y="2928232"/>
                </a:lnTo>
                <a:lnTo>
                  <a:pt x="375108" y="2897196"/>
                </a:lnTo>
                <a:lnTo>
                  <a:pt x="324458" y="2868580"/>
                </a:lnTo>
                <a:lnTo>
                  <a:pt x="278571" y="2841945"/>
                </a:lnTo>
                <a:lnTo>
                  <a:pt x="237012" y="2816412"/>
                </a:lnTo>
                <a:lnTo>
                  <a:pt x="199567" y="2792419"/>
                </a:lnTo>
                <a:lnTo>
                  <a:pt x="166667" y="2769086"/>
                </a:lnTo>
                <a:lnTo>
                  <a:pt x="137013" y="2745754"/>
                </a:lnTo>
                <a:lnTo>
                  <a:pt x="111039" y="2722862"/>
                </a:lnTo>
                <a:lnTo>
                  <a:pt x="88744" y="2699309"/>
                </a:lnTo>
                <a:lnTo>
                  <a:pt x="69264" y="2674876"/>
                </a:lnTo>
                <a:lnTo>
                  <a:pt x="52814" y="2649342"/>
                </a:lnTo>
                <a:lnTo>
                  <a:pt x="39178" y="2622267"/>
                </a:lnTo>
                <a:lnTo>
                  <a:pt x="27922" y="2593213"/>
                </a:lnTo>
                <a:lnTo>
                  <a:pt x="18831" y="2561736"/>
                </a:lnTo>
                <a:lnTo>
                  <a:pt x="12121" y="2527617"/>
                </a:lnTo>
                <a:lnTo>
                  <a:pt x="6710" y="2490417"/>
                </a:lnTo>
                <a:lnTo>
                  <a:pt x="3246" y="2449695"/>
                </a:lnTo>
                <a:lnTo>
                  <a:pt x="1082" y="2405231"/>
                </a:lnTo>
                <a:lnTo>
                  <a:pt x="216" y="2356365"/>
                </a:lnTo>
                <a:lnTo>
                  <a:pt x="0" y="2302656"/>
                </a:lnTo>
                <a:lnTo>
                  <a:pt x="649" y="2244105"/>
                </a:lnTo>
                <a:lnTo>
                  <a:pt x="1948" y="2180490"/>
                </a:lnTo>
                <a:lnTo>
                  <a:pt x="3246" y="2110713"/>
                </a:lnTo>
                <a:lnTo>
                  <a:pt x="4762" y="2034773"/>
                </a:lnTo>
                <a:lnTo>
                  <a:pt x="6061" y="1952449"/>
                </a:lnTo>
                <a:lnTo>
                  <a:pt x="7143" y="1862860"/>
                </a:lnTo>
                <a:lnTo>
                  <a:pt x="7576" y="1766229"/>
                </a:lnTo>
                <a:lnTo>
                  <a:pt x="7143" y="1669596"/>
                </a:lnTo>
                <a:lnTo>
                  <a:pt x="6061" y="1580009"/>
                </a:lnTo>
                <a:lnTo>
                  <a:pt x="4762" y="1497684"/>
                </a:lnTo>
                <a:lnTo>
                  <a:pt x="3246" y="1421743"/>
                </a:lnTo>
                <a:lnTo>
                  <a:pt x="1948" y="1351966"/>
                </a:lnTo>
                <a:lnTo>
                  <a:pt x="649" y="1288352"/>
                </a:lnTo>
                <a:lnTo>
                  <a:pt x="0" y="1229800"/>
                </a:lnTo>
                <a:lnTo>
                  <a:pt x="216" y="1176091"/>
                </a:lnTo>
                <a:lnTo>
                  <a:pt x="1082" y="1127225"/>
                </a:lnTo>
                <a:lnTo>
                  <a:pt x="3246" y="1082762"/>
                </a:lnTo>
                <a:lnTo>
                  <a:pt x="6710" y="1042039"/>
                </a:lnTo>
                <a:lnTo>
                  <a:pt x="11905" y="1004840"/>
                </a:lnTo>
                <a:lnTo>
                  <a:pt x="18831" y="970722"/>
                </a:lnTo>
                <a:lnTo>
                  <a:pt x="27922" y="939245"/>
                </a:lnTo>
                <a:lnTo>
                  <a:pt x="39178" y="910189"/>
                </a:lnTo>
                <a:lnTo>
                  <a:pt x="52814" y="883114"/>
                </a:lnTo>
                <a:lnTo>
                  <a:pt x="69264" y="857580"/>
                </a:lnTo>
                <a:lnTo>
                  <a:pt x="88744" y="833147"/>
                </a:lnTo>
                <a:lnTo>
                  <a:pt x="111039" y="809595"/>
                </a:lnTo>
                <a:lnTo>
                  <a:pt x="137013" y="786702"/>
                </a:lnTo>
                <a:lnTo>
                  <a:pt x="166450" y="763370"/>
                </a:lnTo>
                <a:lnTo>
                  <a:pt x="199567" y="740037"/>
                </a:lnTo>
                <a:lnTo>
                  <a:pt x="237012" y="715825"/>
                </a:lnTo>
                <a:lnTo>
                  <a:pt x="278354" y="690511"/>
                </a:lnTo>
                <a:lnTo>
                  <a:pt x="324458" y="663876"/>
                </a:lnTo>
                <a:lnTo>
                  <a:pt x="375108" y="635262"/>
                </a:lnTo>
                <a:lnTo>
                  <a:pt x="430735" y="604225"/>
                </a:lnTo>
                <a:lnTo>
                  <a:pt x="491125" y="570547"/>
                </a:lnTo>
                <a:lnTo>
                  <a:pt x="557359" y="533787"/>
                </a:lnTo>
                <a:lnTo>
                  <a:pt x="628786" y="493945"/>
                </a:lnTo>
                <a:lnTo>
                  <a:pt x="706276" y="450142"/>
                </a:lnTo>
                <a:lnTo>
                  <a:pt x="789393" y="401935"/>
                </a:lnTo>
                <a:lnTo>
                  <a:pt x="872510" y="353510"/>
                </a:lnTo>
                <a:lnTo>
                  <a:pt x="948917" y="307725"/>
                </a:lnTo>
                <a:lnTo>
                  <a:pt x="1019046" y="265462"/>
                </a:lnTo>
                <a:lnTo>
                  <a:pt x="1083548" y="226062"/>
                </a:lnTo>
                <a:lnTo>
                  <a:pt x="1142856" y="190182"/>
                </a:lnTo>
                <a:lnTo>
                  <a:pt x="1197184" y="156945"/>
                </a:lnTo>
                <a:lnTo>
                  <a:pt x="1247184" y="127229"/>
                </a:lnTo>
                <a:lnTo>
                  <a:pt x="1293071" y="100374"/>
                </a:lnTo>
                <a:lnTo>
                  <a:pt x="1335496" y="77042"/>
                </a:lnTo>
                <a:lnTo>
                  <a:pt x="1374890" y="56570"/>
                </a:lnTo>
                <a:lnTo>
                  <a:pt x="1411687" y="39402"/>
                </a:lnTo>
                <a:lnTo>
                  <a:pt x="1446318" y="25093"/>
                </a:lnTo>
                <a:lnTo>
                  <a:pt x="1479003" y="14088"/>
                </a:lnTo>
                <a:lnTo>
                  <a:pt x="1510604" y="6384"/>
                </a:lnTo>
                <a:lnTo>
                  <a:pt x="1541339" y="1541"/>
                </a:lnTo>
                <a:close/>
              </a:path>
            </a:pathLst>
          </a:custGeom>
        </p:spPr>
        <p:txBody>
          <a:bodyPr wrap="square">
            <a:noAutofit/>
          </a:bodyPr>
          <a:lstStyle>
            <a:lvl1pPr marL="0" indent="0" algn="ctr">
              <a:buNone/>
              <a:defRPr sz="150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50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50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50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grpSp>
        <p:nvGrpSpPr>
          <p:cNvPr id="2" name="Group 1"/>
          <p:cNvGrpSpPr/>
          <p:nvPr userDrawn="1"/>
        </p:nvGrpSpPr>
        <p:grpSpPr>
          <a:xfrm>
            <a:off x="5844755" y="1081156"/>
            <a:ext cx="7238720" cy="4551721"/>
            <a:chOff x="9337148" y="1729850"/>
            <a:chExt cx="11564044" cy="7282753"/>
          </a:xfrm>
        </p:grpSpPr>
        <p:grpSp>
          <p:nvGrpSpPr>
            <p:cNvPr id="14" name="Group 13"/>
            <p:cNvGrpSpPr/>
            <p:nvPr userDrawn="1"/>
          </p:nvGrpSpPr>
          <p:grpSpPr>
            <a:xfrm>
              <a:off x="9337148" y="1729850"/>
              <a:ext cx="11564043" cy="748955"/>
              <a:chOff x="3179886" y="2083564"/>
              <a:chExt cx="5702858" cy="369350"/>
            </a:xfrm>
            <a:effectLst/>
          </p:grpSpPr>
          <p:grpSp>
            <p:nvGrpSpPr>
              <p:cNvPr id="15" name="Group 14"/>
              <p:cNvGrpSpPr/>
              <p:nvPr/>
            </p:nvGrpSpPr>
            <p:grpSpPr>
              <a:xfrm>
                <a:off x="3179886" y="2083564"/>
                <a:ext cx="5702858" cy="369350"/>
                <a:chOff x="3179886" y="2083564"/>
                <a:chExt cx="5702858" cy="369350"/>
              </a:xfrm>
            </p:grpSpPr>
            <p:sp>
              <p:nvSpPr>
                <p:cNvPr id="17" name="Round Same Side Corner Rectangle 1"/>
                <p:cNvSpPr/>
                <p:nvPr/>
              </p:nvSpPr>
              <p:spPr>
                <a:xfrm>
                  <a:off x="3179886" y="2083564"/>
                  <a:ext cx="5702858" cy="369350"/>
                </a:xfrm>
                <a:prstGeom prst="round2SameRect">
                  <a:avLst>
                    <a:gd name="adj1" fmla="val 14928"/>
                    <a:gd name="adj2" fmla="val 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25" dirty="0"/>
                </a:p>
              </p:txBody>
            </p:sp>
            <p:grpSp>
              <p:nvGrpSpPr>
                <p:cNvPr id="18" name="Group 17"/>
                <p:cNvGrpSpPr/>
                <p:nvPr/>
              </p:nvGrpSpPr>
              <p:grpSpPr>
                <a:xfrm>
                  <a:off x="3382010" y="2233949"/>
                  <a:ext cx="341854" cy="82531"/>
                  <a:chOff x="3382010" y="2233949"/>
                  <a:chExt cx="341854" cy="82531"/>
                </a:xfrm>
              </p:grpSpPr>
              <p:sp>
                <p:nvSpPr>
                  <p:cNvPr id="19" name="Oval 18"/>
                  <p:cNvSpPr/>
                  <p:nvPr/>
                </p:nvSpPr>
                <p:spPr>
                  <a:xfrm>
                    <a:off x="3382010" y="2233949"/>
                    <a:ext cx="82531" cy="825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25" dirty="0"/>
                  </a:p>
                </p:txBody>
              </p:sp>
              <p:sp>
                <p:nvSpPr>
                  <p:cNvPr id="20" name="Oval 19"/>
                  <p:cNvSpPr/>
                  <p:nvPr/>
                </p:nvSpPr>
                <p:spPr>
                  <a:xfrm>
                    <a:off x="3511671" y="2233949"/>
                    <a:ext cx="82531" cy="8253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25" dirty="0"/>
                  </a:p>
                </p:txBody>
              </p:sp>
              <p:sp>
                <p:nvSpPr>
                  <p:cNvPr id="21" name="Oval 20"/>
                  <p:cNvSpPr/>
                  <p:nvPr/>
                </p:nvSpPr>
                <p:spPr>
                  <a:xfrm>
                    <a:off x="3641333" y="2233949"/>
                    <a:ext cx="82531" cy="8253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25" dirty="0"/>
                  </a:p>
                </p:txBody>
              </p:sp>
            </p:grpSp>
          </p:grpSp>
          <p:sp>
            <p:nvSpPr>
              <p:cNvPr id="16" name="Rounded Rectangle 23"/>
              <p:cNvSpPr/>
              <p:nvPr/>
            </p:nvSpPr>
            <p:spPr>
              <a:xfrm>
                <a:off x="3965020" y="2182834"/>
                <a:ext cx="2674620" cy="1847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625" dirty="0">
                    <a:solidFill>
                      <a:schemeClr val="bg1">
                        <a:lumMod val="75000"/>
                      </a:schemeClr>
                    </a:solidFill>
                    <a:latin typeface="Montserrat Hairline" panose="00000300000000000000" pitchFamily="50" charset="0"/>
                  </a:rPr>
                  <a:t>http://www.website.com</a:t>
                </a:r>
                <a:endParaRPr lang="en-IN" sz="625" dirty="0">
                  <a:solidFill>
                    <a:schemeClr val="bg1">
                      <a:lumMod val="75000"/>
                    </a:schemeClr>
                  </a:solidFill>
                  <a:latin typeface="Montserrat Hairline" panose="00000300000000000000" pitchFamily="50" charset="0"/>
                </a:endParaRPr>
              </a:p>
            </p:txBody>
          </p:sp>
        </p:grpSp>
        <p:sp>
          <p:nvSpPr>
            <p:cNvPr id="22" name="Freeform: Shape 21"/>
            <p:cNvSpPr/>
            <p:nvPr userDrawn="1"/>
          </p:nvSpPr>
          <p:spPr>
            <a:xfrm>
              <a:off x="9337148" y="2478805"/>
              <a:ext cx="11564044" cy="6533798"/>
            </a:xfrm>
            <a:custGeom>
              <a:avLst/>
              <a:gdLst>
                <a:gd name="connsiteX0" fmla="*/ 0 w 11564044"/>
                <a:gd name="connsiteY0" fmla="*/ 0 h 6533798"/>
                <a:gd name="connsiteX1" fmla="*/ 11564044 w 11564044"/>
                <a:gd name="connsiteY1" fmla="*/ 0 h 6533798"/>
                <a:gd name="connsiteX2" fmla="*/ 11564044 w 11564044"/>
                <a:gd name="connsiteY2" fmla="*/ 6533798 h 6533798"/>
                <a:gd name="connsiteX3" fmla="*/ 0 w 11564044"/>
                <a:gd name="connsiteY3" fmla="*/ 6533798 h 6533798"/>
                <a:gd name="connsiteX4" fmla="*/ 0 w 11564044"/>
                <a:gd name="connsiteY4" fmla="*/ 0 h 6533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4044" h="6533798">
                  <a:moveTo>
                    <a:pt x="0" y="0"/>
                  </a:moveTo>
                  <a:lnTo>
                    <a:pt x="11564044" y="0"/>
                  </a:lnTo>
                  <a:lnTo>
                    <a:pt x="11564044" y="6533798"/>
                  </a:lnTo>
                  <a:lnTo>
                    <a:pt x="0" y="6533798"/>
                  </a:lnTo>
                  <a:lnTo>
                    <a:pt x="0" y="0"/>
                  </a:lnTo>
                  <a:close/>
                </a:path>
              </a:pathLst>
            </a:custGeom>
            <a:solidFill>
              <a:schemeClr val="bg1"/>
            </a:solidFill>
            <a:ln>
              <a:noFill/>
            </a:ln>
            <a:effectLst>
              <a:outerShdw blurRad="1270000" sx="90000" sy="9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grpSp>
      <p:sp>
        <p:nvSpPr>
          <p:cNvPr id="28" name="Picture Placeholder 27"/>
          <p:cNvSpPr>
            <a:spLocks noGrp="1"/>
          </p:cNvSpPr>
          <p:nvPr>
            <p:ph type="pic" sz="quarter" idx="10"/>
          </p:nvPr>
        </p:nvSpPr>
        <p:spPr>
          <a:xfrm>
            <a:off x="6087465" y="1745247"/>
            <a:ext cx="2142150" cy="2472380"/>
          </a:xfrm>
          <a:custGeom>
            <a:avLst/>
            <a:gdLst>
              <a:gd name="connsiteX0" fmla="*/ 89249 w 3422140"/>
              <a:gd name="connsiteY0" fmla="*/ 0 h 3955808"/>
              <a:gd name="connsiteX1" fmla="*/ 3332891 w 3422140"/>
              <a:gd name="connsiteY1" fmla="*/ 0 h 3955808"/>
              <a:gd name="connsiteX2" fmla="*/ 3422140 w 3422140"/>
              <a:gd name="connsiteY2" fmla="*/ 89249 h 3955808"/>
              <a:gd name="connsiteX3" fmla="*/ 3422140 w 3422140"/>
              <a:gd name="connsiteY3" fmla="*/ 3866559 h 3955808"/>
              <a:gd name="connsiteX4" fmla="*/ 3332891 w 3422140"/>
              <a:gd name="connsiteY4" fmla="*/ 3955808 h 3955808"/>
              <a:gd name="connsiteX5" fmla="*/ 89249 w 3422140"/>
              <a:gd name="connsiteY5" fmla="*/ 3955808 h 3955808"/>
              <a:gd name="connsiteX6" fmla="*/ 0 w 3422140"/>
              <a:gd name="connsiteY6" fmla="*/ 3866559 h 3955808"/>
              <a:gd name="connsiteX7" fmla="*/ 0 w 3422140"/>
              <a:gd name="connsiteY7" fmla="*/ 89249 h 3955808"/>
              <a:gd name="connsiteX8" fmla="*/ 89249 w 3422140"/>
              <a:gd name="connsiteY8" fmla="*/ 0 h 395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2140" h="3955808">
                <a:moveTo>
                  <a:pt x="89249" y="0"/>
                </a:moveTo>
                <a:lnTo>
                  <a:pt x="3332891" y="0"/>
                </a:lnTo>
                <a:cubicBezTo>
                  <a:pt x="3382182" y="0"/>
                  <a:pt x="3422140" y="39958"/>
                  <a:pt x="3422140" y="89249"/>
                </a:cubicBezTo>
                <a:lnTo>
                  <a:pt x="3422140" y="3866559"/>
                </a:lnTo>
                <a:cubicBezTo>
                  <a:pt x="3422140" y="3915850"/>
                  <a:pt x="3382182" y="3955808"/>
                  <a:pt x="3332891" y="3955808"/>
                </a:cubicBezTo>
                <a:lnTo>
                  <a:pt x="89249" y="3955808"/>
                </a:lnTo>
                <a:cubicBezTo>
                  <a:pt x="39958" y="3955808"/>
                  <a:pt x="0" y="3915850"/>
                  <a:pt x="0" y="3866559"/>
                </a:cubicBezTo>
                <a:lnTo>
                  <a:pt x="0" y="89249"/>
                </a:lnTo>
                <a:cubicBezTo>
                  <a:pt x="0" y="39958"/>
                  <a:pt x="39958" y="0"/>
                  <a:pt x="89249" y="0"/>
                </a:cubicBezTo>
                <a:close/>
              </a:path>
            </a:pathLst>
          </a:custGeom>
          <a:solidFill>
            <a:srgbClr val="F8F8F8"/>
          </a:solidFill>
          <a:effectLst>
            <a:outerShdw blurRad="635000" dist="762000" dir="5400000" sx="80000" sy="80000" algn="t" rotWithShape="0">
              <a:prstClr val="black">
                <a:alpha val="40000"/>
              </a:prstClr>
            </a:outerShdw>
          </a:effectLst>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29" name="Picture Placeholder 28"/>
          <p:cNvSpPr>
            <a:spLocks noGrp="1"/>
          </p:cNvSpPr>
          <p:nvPr>
            <p:ph type="pic" sz="quarter" idx="11"/>
          </p:nvPr>
        </p:nvSpPr>
        <p:spPr>
          <a:xfrm>
            <a:off x="8399724" y="1745247"/>
            <a:ext cx="2142150" cy="2472380"/>
          </a:xfrm>
          <a:custGeom>
            <a:avLst/>
            <a:gdLst>
              <a:gd name="connsiteX0" fmla="*/ 89249 w 3422140"/>
              <a:gd name="connsiteY0" fmla="*/ 0 h 3955808"/>
              <a:gd name="connsiteX1" fmla="*/ 3332891 w 3422140"/>
              <a:gd name="connsiteY1" fmla="*/ 0 h 3955808"/>
              <a:gd name="connsiteX2" fmla="*/ 3422140 w 3422140"/>
              <a:gd name="connsiteY2" fmla="*/ 89249 h 3955808"/>
              <a:gd name="connsiteX3" fmla="*/ 3422140 w 3422140"/>
              <a:gd name="connsiteY3" fmla="*/ 3866559 h 3955808"/>
              <a:gd name="connsiteX4" fmla="*/ 3332891 w 3422140"/>
              <a:gd name="connsiteY4" fmla="*/ 3955808 h 3955808"/>
              <a:gd name="connsiteX5" fmla="*/ 89249 w 3422140"/>
              <a:gd name="connsiteY5" fmla="*/ 3955808 h 3955808"/>
              <a:gd name="connsiteX6" fmla="*/ 0 w 3422140"/>
              <a:gd name="connsiteY6" fmla="*/ 3866559 h 3955808"/>
              <a:gd name="connsiteX7" fmla="*/ 0 w 3422140"/>
              <a:gd name="connsiteY7" fmla="*/ 89249 h 3955808"/>
              <a:gd name="connsiteX8" fmla="*/ 89249 w 3422140"/>
              <a:gd name="connsiteY8" fmla="*/ 0 h 395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2140" h="3955808">
                <a:moveTo>
                  <a:pt x="89249" y="0"/>
                </a:moveTo>
                <a:lnTo>
                  <a:pt x="3332891" y="0"/>
                </a:lnTo>
                <a:cubicBezTo>
                  <a:pt x="3382182" y="0"/>
                  <a:pt x="3422140" y="39958"/>
                  <a:pt x="3422140" y="89249"/>
                </a:cubicBezTo>
                <a:lnTo>
                  <a:pt x="3422140" y="3866559"/>
                </a:lnTo>
                <a:cubicBezTo>
                  <a:pt x="3422140" y="3915850"/>
                  <a:pt x="3382182" y="3955808"/>
                  <a:pt x="3332891" y="3955808"/>
                </a:cubicBezTo>
                <a:lnTo>
                  <a:pt x="89249" y="3955808"/>
                </a:lnTo>
                <a:cubicBezTo>
                  <a:pt x="39958" y="3955808"/>
                  <a:pt x="0" y="3915850"/>
                  <a:pt x="0" y="3866559"/>
                </a:cubicBezTo>
                <a:lnTo>
                  <a:pt x="0" y="89249"/>
                </a:lnTo>
                <a:cubicBezTo>
                  <a:pt x="0" y="39958"/>
                  <a:pt x="39958" y="0"/>
                  <a:pt x="89249" y="0"/>
                </a:cubicBezTo>
                <a:close/>
              </a:path>
            </a:pathLst>
          </a:custGeom>
          <a:solidFill>
            <a:srgbClr val="F8F8F8"/>
          </a:solidFill>
          <a:effectLst>
            <a:outerShdw blurRad="635000" dist="762000" dir="5400000" sx="80000" sy="80000" algn="t" rotWithShape="0">
              <a:prstClr val="black">
                <a:alpha val="40000"/>
              </a:prstClr>
            </a:outerShdw>
          </a:effectLst>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30" name="Picture Placeholder 29"/>
          <p:cNvSpPr>
            <a:spLocks noGrp="1"/>
          </p:cNvSpPr>
          <p:nvPr>
            <p:ph type="pic" sz="quarter" idx="12"/>
          </p:nvPr>
        </p:nvSpPr>
        <p:spPr>
          <a:xfrm>
            <a:off x="10711982" y="1745247"/>
            <a:ext cx="2142150" cy="2472380"/>
          </a:xfrm>
          <a:custGeom>
            <a:avLst/>
            <a:gdLst>
              <a:gd name="connsiteX0" fmla="*/ 89249 w 3422140"/>
              <a:gd name="connsiteY0" fmla="*/ 0 h 3955808"/>
              <a:gd name="connsiteX1" fmla="*/ 3332891 w 3422140"/>
              <a:gd name="connsiteY1" fmla="*/ 0 h 3955808"/>
              <a:gd name="connsiteX2" fmla="*/ 3422140 w 3422140"/>
              <a:gd name="connsiteY2" fmla="*/ 89249 h 3955808"/>
              <a:gd name="connsiteX3" fmla="*/ 3422140 w 3422140"/>
              <a:gd name="connsiteY3" fmla="*/ 3866559 h 3955808"/>
              <a:gd name="connsiteX4" fmla="*/ 3332891 w 3422140"/>
              <a:gd name="connsiteY4" fmla="*/ 3955808 h 3955808"/>
              <a:gd name="connsiteX5" fmla="*/ 89249 w 3422140"/>
              <a:gd name="connsiteY5" fmla="*/ 3955808 h 3955808"/>
              <a:gd name="connsiteX6" fmla="*/ 0 w 3422140"/>
              <a:gd name="connsiteY6" fmla="*/ 3866559 h 3955808"/>
              <a:gd name="connsiteX7" fmla="*/ 0 w 3422140"/>
              <a:gd name="connsiteY7" fmla="*/ 89249 h 3955808"/>
              <a:gd name="connsiteX8" fmla="*/ 89249 w 3422140"/>
              <a:gd name="connsiteY8" fmla="*/ 0 h 395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2140" h="3955808">
                <a:moveTo>
                  <a:pt x="89249" y="0"/>
                </a:moveTo>
                <a:lnTo>
                  <a:pt x="3332891" y="0"/>
                </a:lnTo>
                <a:cubicBezTo>
                  <a:pt x="3382182" y="0"/>
                  <a:pt x="3422140" y="39958"/>
                  <a:pt x="3422140" y="89249"/>
                </a:cubicBezTo>
                <a:lnTo>
                  <a:pt x="3422140" y="3866559"/>
                </a:lnTo>
                <a:cubicBezTo>
                  <a:pt x="3422140" y="3915850"/>
                  <a:pt x="3382182" y="3955808"/>
                  <a:pt x="3332891" y="3955808"/>
                </a:cubicBezTo>
                <a:lnTo>
                  <a:pt x="89249" y="3955808"/>
                </a:lnTo>
                <a:cubicBezTo>
                  <a:pt x="39958" y="3955808"/>
                  <a:pt x="0" y="3915850"/>
                  <a:pt x="0" y="3866559"/>
                </a:cubicBezTo>
                <a:lnTo>
                  <a:pt x="0" y="89249"/>
                </a:lnTo>
                <a:cubicBezTo>
                  <a:pt x="0" y="39958"/>
                  <a:pt x="39958" y="0"/>
                  <a:pt x="89249" y="0"/>
                </a:cubicBezTo>
                <a:close/>
              </a:path>
            </a:pathLst>
          </a:custGeom>
          <a:solidFill>
            <a:srgbClr val="F8F8F8"/>
          </a:solidFill>
          <a:effectLst>
            <a:outerShdw blurRad="635000" dist="762000" dir="5400000" sx="80000" sy="80000" algn="t" rotWithShape="0">
              <a:prstClr val="black">
                <a:alpha val="40000"/>
              </a:prstClr>
            </a:outerShdw>
          </a:effectLst>
        </p:spPr>
        <p:txBody>
          <a:bodyPr wrap="square">
            <a:noAutofit/>
          </a:bodyPr>
          <a:lstStyle>
            <a:lvl1pPr marL="0" indent="0" algn="ctr">
              <a:buNone/>
              <a:defRPr sz="150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100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anim calcmode="lin" valueType="num">
                                      <p:cBhvr>
                                        <p:cTn id="12" dur="500" fill="hold"/>
                                        <p:tgtEl>
                                          <p:spTgt spid="28"/>
                                        </p:tgtEl>
                                        <p:attrNameLst>
                                          <p:attrName>ppt_x</p:attrName>
                                        </p:attrNameLst>
                                      </p:cBhvr>
                                      <p:tavLst>
                                        <p:tav tm="0">
                                          <p:val>
                                            <p:strVal val="#ppt_x"/>
                                          </p:val>
                                        </p:tav>
                                        <p:tav tm="100000">
                                          <p:val>
                                            <p:strVal val="#ppt_x"/>
                                          </p:val>
                                        </p:tav>
                                      </p:tavLst>
                                    </p:anim>
                                    <p:anim calcmode="lin" valueType="num">
                                      <p:cBhvr>
                                        <p:cTn id="13" dur="500" fill="hold"/>
                                        <p:tgtEl>
                                          <p:spTgt spid="28"/>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10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anim calcmode="lin" valueType="num">
                                      <p:cBhvr>
                                        <p:cTn id="17" dur="500" fill="hold"/>
                                        <p:tgtEl>
                                          <p:spTgt spid="29"/>
                                        </p:tgtEl>
                                        <p:attrNameLst>
                                          <p:attrName>ppt_x</p:attrName>
                                        </p:attrNameLst>
                                      </p:cBhvr>
                                      <p:tavLst>
                                        <p:tav tm="0">
                                          <p:val>
                                            <p:strVal val="#ppt_x"/>
                                          </p:val>
                                        </p:tav>
                                        <p:tav tm="100000">
                                          <p:val>
                                            <p:strVal val="#ppt_x"/>
                                          </p:val>
                                        </p:tav>
                                      </p:tavLst>
                                    </p:anim>
                                    <p:anim calcmode="lin" valueType="num">
                                      <p:cBhvr>
                                        <p:cTn id="18" dur="500" fill="hold"/>
                                        <p:tgtEl>
                                          <p:spTgt spid="29"/>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100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anim calcmode="lin" valueType="num">
                                      <p:cBhvr>
                                        <p:cTn id="22" dur="500" fill="hold"/>
                                        <p:tgtEl>
                                          <p:spTgt spid="30"/>
                                        </p:tgtEl>
                                        <p:attrNameLst>
                                          <p:attrName>ppt_x</p:attrName>
                                        </p:attrNameLst>
                                      </p:cBhvr>
                                      <p:tavLst>
                                        <p:tav tm="0">
                                          <p:val>
                                            <p:strVal val="#ppt_x"/>
                                          </p:val>
                                        </p:tav>
                                        <p:tav tm="100000">
                                          <p:val>
                                            <p:strVal val="#ppt_x"/>
                                          </p:val>
                                        </p:tav>
                                      </p:tavLst>
                                    </p:anim>
                                    <p:anim calcmode="lin" valueType="num">
                                      <p:cBhvr>
                                        <p:cTn id="23"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8" name="Picture Placeholder 3"/>
          <p:cNvSpPr>
            <a:spLocks noGrp="1"/>
          </p:cNvSpPr>
          <p:nvPr>
            <p:ph type="pic" sz="quarter" idx="11"/>
          </p:nvPr>
        </p:nvSpPr>
        <p:spPr>
          <a:xfrm>
            <a:off x="6533736" y="-368712"/>
            <a:ext cx="3927197" cy="2958703"/>
          </a:xfrm>
          <a:prstGeom prst="rect">
            <a:avLst/>
          </a:prstGeom>
          <a:solidFill>
            <a:schemeClr val="bg1">
              <a:lumMod val="95000"/>
              <a:alpha val="46000"/>
            </a:schemeClr>
          </a:solidFill>
        </p:spPr>
        <p:txBody>
          <a:bodyPr/>
          <a:lstStyle>
            <a:lvl1pPr marL="0" indent="0" algn="ctr">
              <a:buNone/>
              <a:defRPr sz="2000">
                <a:solidFill>
                  <a:schemeClr val="tx1">
                    <a:lumMod val="50000"/>
                    <a:lumOff val="50000"/>
                  </a:schemeClr>
                </a:solidFill>
              </a:defRPr>
            </a:lvl1pPr>
          </a:lstStyle>
          <a:p>
            <a:endParaRPr lang="id-ID"/>
          </a:p>
        </p:txBody>
      </p:sp>
      <p:sp>
        <p:nvSpPr>
          <p:cNvPr id="9" name="Picture Placeholder 3"/>
          <p:cNvSpPr>
            <a:spLocks noGrp="1"/>
          </p:cNvSpPr>
          <p:nvPr>
            <p:ph type="pic" sz="quarter" idx="12"/>
          </p:nvPr>
        </p:nvSpPr>
        <p:spPr>
          <a:xfrm>
            <a:off x="6533736" y="4268010"/>
            <a:ext cx="3927197" cy="2958703"/>
          </a:xfrm>
          <a:prstGeom prst="rect">
            <a:avLst/>
          </a:prstGeom>
          <a:solidFill>
            <a:schemeClr val="bg1">
              <a:lumMod val="95000"/>
              <a:alpha val="46000"/>
            </a:schemeClr>
          </a:solidFill>
        </p:spPr>
        <p:txBody>
          <a:bodyPr/>
          <a:lstStyle>
            <a:lvl1pPr marL="0" indent="0" algn="ctr">
              <a:buNone/>
              <a:defRPr sz="2000">
                <a:solidFill>
                  <a:schemeClr val="tx1">
                    <a:lumMod val="50000"/>
                    <a:lumOff val="50000"/>
                  </a:schemeClr>
                </a:solidFill>
              </a:defRPr>
            </a:lvl1pPr>
          </a:lstStyle>
          <a:p>
            <a:endParaRPr lang="id-ID"/>
          </a:p>
        </p:txBody>
      </p:sp>
      <p:sp>
        <p:nvSpPr>
          <p:cNvPr id="4" name="Picture Placeholder 3"/>
          <p:cNvSpPr>
            <a:spLocks noGrp="1"/>
          </p:cNvSpPr>
          <p:nvPr>
            <p:ph type="pic" sz="quarter" idx="10"/>
          </p:nvPr>
        </p:nvSpPr>
        <p:spPr>
          <a:xfrm>
            <a:off x="6413753" y="1924740"/>
            <a:ext cx="4167162" cy="3139489"/>
          </a:xfrm>
          <a:prstGeom prst="rect">
            <a:avLst/>
          </a:prstGeom>
          <a:solidFill>
            <a:schemeClr val="bg1">
              <a:lumMod val="95000"/>
              <a:alpha val="46000"/>
            </a:schemeClr>
          </a:solidFill>
        </p:spPr>
        <p:txBody>
          <a:bodyPr/>
          <a:lstStyle>
            <a:lvl1pPr marL="0" indent="0" algn="ctr">
              <a:buNone/>
              <a:defRPr sz="200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 presetClass="entr" presetSubtype="1" decel="100000" fill="hold" grpId="0" nodeType="withEffect">
                                  <p:stCondLst>
                                    <p:cond delay="75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750" fill="hold"/>
                                        <p:tgtEl>
                                          <p:spTgt spid="8"/>
                                        </p:tgtEl>
                                        <p:attrNameLst>
                                          <p:attrName>ppt_x</p:attrName>
                                        </p:attrNameLst>
                                      </p:cBhvr>
                                      <p:tavLst>
                                        <p:tav tm="0">
                                          <p:val>
                                            <p:strVal val="#ppt_x"/>
                                          </p:val>
                                        </p:tav>
                                        <p:tav tm="100000">
                                          <p:val>
                                            <p:strVal val="#ppt_x"/>
                                          </p:val>
                                        </p:tav>
                                      </p:tavLst>
                                    </p:anim>
                                    <p:anim calcmode="lin" valueType="num">
                                      <p:cBhvr additive="base">
                                        <p:cTn id="11" dur="750" fill="hold"/>
                                        <p:tgtEl>
                                          <p:spTgt spid="8"/>
                                        </p:tgtEl>
                                        <p:attrNameLst>
                                          <p:attrName>ppt_y</p:attrName>
                                        </p:attrNameLst>
                                      </p:cBhvr>
                                      <p:tavLst>
                                        <p:tav tm="0">
                                          <p:val>
                                            <p:strVal val="0-#ppt_h/2"/>
                                          </p:val>
                                        </p:tav>
                                        <p:tav tm="100000">
                                          <p:val>
                                            <p:strVal val="#ppt_y"/>
                                          </p:val>
                                        </p:tav>
                                      </p:tavLst>
                                    </p:anim>
                                  </p:childTnLst>
                                </p:cTn>
                              </p:par>
                              <p:par>
                                <p:cTn id="12" presetID="2" presetClass="entr" presetSubtype="4" decel="100000" fill="hold" grpId="0" nodeType="withEffect">
                                  <p:stCondLst>
                                    <p:cond delay="75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ppt_x"/>
                                          </p:val>
                                        </p:tav>
                                        <p:tav tm="100000">
                                          <p:val>
                                            <p:strVal val="#ppt_x"/>
                                          </p:val>
                                        </p:tav>
                                      </p:tavLst>
                                    </p:anim>
                                    <p:anim calcmode="lin" valueType="num">
                                      <p:cBhvr additive="base">
                                        <p:cTn id="15"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3" name="Picture Placeholder 13"/>
          <p:cNvSpPr>
            <a:spLocks noGrp="1"/>
          </p:cNvSpPr>
          <p:nvPr>
            <p:ph type="pic" sz="quarter" idx="17"/>
          </p:nvPr>
        </p:nvSpPr>
        <p:spPr>
          <a:xfrm>
            <a:off x="5370283" y="1879997"/>
            <a:ext cx="1885294" cy="3226324"/>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innerShdw blurRad="127000">
              <a:schemeClr val="tx1">
                <a:lumMod val="75000"/>
                <a:lumOff val="25000"/>
              </a:schemeClr>
            </a:inn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8_Title Slide">
    <p:spTree>
      <p:nvGrpSpPr>
        <p:cNvPr id="1" name=""/>
        <p:cNvGrpSpPr/>
        <p:nvPr/>
      </p:nvGrpSpPr>
      <p:grpSpPr>
        <a:xfrm>
          <a:off x="0" y="0"/>
          <a:ext cx="0" cy="0"/>
          <a:chOff x="0" y="0"/>
          <a:chExt cx="0" cy="0"/>
        </a:xfrm>
      </p:grpSpPr>
      <p:sp>
        <p:nvSpPr>
          <p:cNvPr id="14" name="Freeform: Shape 13"/>
          <p:cNvSpPr/>
          <p:nvPr userDrawn="1"/>
        </p:nvSpPr>
        <p:spPr>
          <a:xfrm>
            <a:off x="-694483" y="4561627"/>
            <a:ext cx="1098361" cy="1096663"/>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5" name="Oval 14"/>
          <p:cNvSpPr/>
          <p:nvPr userDrawn="1"/>
        </p:nvSpPr>
        <p:spPr>
          <a:xfrm>
            <a:off x="3003592" y="4438060"/>
            <a:ext cx="123759" cy="123568"/>
          </a:xfrm>
          <a:prstGeom prst="ellipse">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6" name="Diamond 15"/>
          <p:cNvSpPr/>
          <p:nvPr userDrawn="1"/>
        </p:nvSpPr>
        <p:spPr>
          <a:xfrm>
            <a:off x="5775886" y="3064605"/>
            <a:ext cx="204217" cy="203901"/>
          </a:xfrm>
          <a:prstGeom prst="diamond">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0" name="Oval 29"/>
          <p:cNvSpPr/>
          <p:nvPr userDrawn="1"/>
        </p:nvSpPr>
        <p:spPr>
          <a:xfrm>
            <a:off x="11753063" y="-438259"/>
            <a:ext cx="877875" cy="876518"/>
          </a:xfrm>
          <a:prstGeom prst="ellipse">
            <a:avLst/>
          </a:prstGeom>
          <a:solidFill>
            <a:schemeClr val="bg1">
              <a:lumMod val="9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1" name="Diamond 30"/>
          <p:cNvSpPr/>
          <p:nvPr userDrawn="1"/>
        </p:nvSpPr>
        <p:spPr>
          <a:xfrm>
            <a:off x="5235363" y="5472825"/>
            <a:ext cx="204217" cy="203901"/>
          </a:xfrm>
          <a:prstGeom prst="diamond">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2" name="Oval 31"/>
          <p:cNvSpPr/>
          <p:nvPr userDrawn="1"/>
        </p:nvSpPr>
        <p:spPr>
          <a:xfrm>
            <a:off x="-323405" y="255180"/>
            <a:ext cx="545957" cy="545113"/>
          </a:xfrm>
          <a:prstGeom prst="ellipse">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3" name="Freeform: Shape 32"/>
          <p:cNvSpPr/>
          <p:nvPr userDrawn="1"/>
        </p:nvSpPr>
        <p:spPr>
          <a:xfrm flipV="1">
            <a:off x="10725539" y="4946446"/>
            <a:ext cx="327533" cy="327026"/>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4" name="Freeform: Shape 33"/>
          <p:cNvSpPr/>
          <p:nvPr userDrawn="1"/>
        </p:nvSpPr>
        <p:spPr>
          <a:xfrm flipV="1">
            <a:off x="8094996" y="84568"/>
            <a:ext cx="123316" cy="123125"/>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5" name="Freeform: Shape 34"/>
          <p:cNvSpPr/>
          <p:nvPr userDrawn="1"/>
        </p:nvSpPr>
        <p:spPr>
          <a:xfrm>
            <a:off x="11913309" y="1994115"/>
            <a:ext cx="602704" cy="601772"/>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6" name="Isosceles Triangle 35"/>
          <p:cNvSpPr/>
          <p:nvPr userDrawn="1"/>
        </p:nvSpPr>
        <p:spPr>
          <a:xfrm rot="19384964">
            <a:off x="7366650" y="6690088"/>
            <a:ext cx="228544" cy="196716"/>
          </a:xfrm>
          <a:prstGeom prst="triangle">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7" name="Isosceles Triangle 36"/>
          <p:cNvSpPr/>
          <p:nvPr userDrawn="1"/>
        </p:nvSpPr>
        <p:spPr>
          <a:xfrm rot="19384964">
            <a:off x="1235559" y="2063103"/>
            <a:ext cx="323011" cy="278027"/>
          </a:xfrm>
          <a:prstGeom prst="triangle">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8" name="Freeform: Shape 37"/>
          <p:cNvSpPr/>
          <p:nvPr userDrawn="1"/>
        </p:nvSpPr>
        <p:spPr>
          <a:xfrm>
            <a:off x="3003592" y="935865"/>
            <a:ext cx="257955" cy="257556"/>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30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0" y="0"/>
            <a:ext cx="12192000" cy="6858000"/>
          </a:xfrm>
          <a:prstGeom prst="rect">
            <a:avLst/>
          </a:prstGeom>
        </p:spPr>
        <p:txBody>
          <a:bodyPr/>
          <a:lstStyle>
            <a:lvl1pPr marL="0" indent="0" algn="ctr">
              <a:buNone/>
              <a:defRPr sz="2250">
                <a:solidFill>
                  <a:schemeClr val="tx1">
                    <a:lumMod val="50000"/>
                    <a:lumOff val="50000"/>
                  </a:schemeClr>
                </a:solidFill>
              </a:defRPr>
            </a:lvl1pPr>
          </a:lstStyle>
          <a:p>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5782111" y="3517005"/>
            <a:ext cx="627778" cy="626808"/>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tx1">
                    <a:lumMod val="50000"/>
                    <a:lumOff val="50000"/>
                  </a:schemeClr>
                </a:solidFill>
              </a:defRPr>
            </a:lvl1pPr>
          </a:lstStyle>
          <a:p>
            <a:endParaRPr lang="id-ID" dirty="0"/>
          </a:p>
        </p:txBody>
      </p:sp>
      <p:sp>
        <p:nvSpPr>
          <p:cNvPr id="9" name="Picture Placeholder 8"/>
          <p:cNvSpPr>
            <a:spLocks noGrp="1"/>
          </p:cNvSpPr>
          <p:nvPr>
            <p:ph type="pic" sz="quarter" idx="12"/>
          </p:nvPr>
        </p:nvSpPr>
        <p:spPr>
          <a:xfrm>
            <a:off x="9387275" y="3517005"/>
            <a:ext cx="627778" cy="626808"/>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tx1">
                    <a:lumMod val="50000"/>
                    <a:lumOff val="50000"/>
                  </a:schemeClr>
                </a:solidFill>
              </a:defRPr>
            </a:lvl1pPr>
          </a:lstStyle>
          <a:p>
            <a:endParaRPr lang="id-ID"/>
          </a:p>
        </p:txBody>
      </p:sp>
      <p:sp>
        <p:nvSpPr>
          <p:cNvPr id="7" name="Picture Placeholder 6"/>
          <p:cNvSpPr>
            <a:spLocks noGrp="1"/>
          </p:cNvSpPr>
          <p:nvPr>
            <p:ph type="pic" sz="quarter" idx="10"/>
          </p:nvPr>
        </p:nvSpPr>
        <p:spPr>
          <a:xfrm>
            <a:off x="2176947" y="3517005"/>
            <a:ext cx="627778" cy="626808"/>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50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75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1+#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nodePh="1">
                                  <p:stCondLst>
                                    <p:cond delay="100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 name="Picture Placeholder 13"/>
          <p:cNvSpPr>
            <a:spLocks noGrp="1"/>
          </p:cNvSpPr>
          <p:nvPr>
            <p:ph type="pic" sz="quarter" idx="17"/>
          </p:nvPr>
        </p:nvSpPr>
        <p:spPr>
          <a:xfrm>
            <a:off x="5163588" y="1818084"/>
            <a:ext cx="1885294" cy="3226324"/>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innerShdw blurRad="127000">
              <a:schemeClr val="tx1">
                <a:lumMod val="75000"/>
                <a:lumOff val="25000"/>
              </a:schemeClr>
            </a:inn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4" name="Picture Placeholder 13"/>
          <p:cNvSpPr>
            <a:spLocks noGrp="1"/>
          </p:cNvSpPr>
          <p:nvPr>
            <p:ph type="pic" sz="quarter" idx="18"/>
          </p:nvPr>
        </p:nvSpPr>
        <p:spPr>
          <a:xfrm>
            <a:off x="3033799" y="1818084"/>
            <a:ext cx="1885294" cy="3226324"/>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outerShdw blurRad="596900" dist="825500" dir="5400000" sx="85000" sy="85000" algn="t" rotWithShape="0">
              <a:schemeClr val="bg1">
                <a:lumMod val="50000"/>
                <a:alpha val="40000"/>
              </a:scheme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5" name="Picture Placeholder 13"/>
          <p:cNvSpPr>
            <a:spLocks noGrp="1"/>
          </p:cNvSpPr>
          <p:nvPr>
            <p:ph type="pic" sz="quarter" idx="19"/>
          </p:nvPr>
        </p:nvSpPr>
        <p:spPr>
          <a:xfrm>
            <a:off x="1026257" y="1818084"/>
            <a:ext cx="1885294" cy="3226324"/>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outerShdw blurRad="596900" dist="825500" dir="5400000" sx="85000" sy="85000" algn="t" rotWithShape="0">
              <a:schemeClr val="bg1">
                <a:lumMod val="50000"/>
                <a:alpha val="40000"/>
              </a:scheme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 presetClass="entr" presetSubtype="4" decel="100000" fill="hold" grpId="0" nodeType="withEffect">
                                  <p:stCondLst>
                                    <p:cond delay="100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ppt_x"/>
                                          </p:val>
                                        </p:tav>
                                        <p:tav tm="100000">
                                          <p:val>
                                            <p:strVal val="#ppt_x"/>
                                          </p:val>
                                        </p:tav>
                                      </p:tavLst>
                                    </p:anim>
                                    <p:anim calcmode="lin" valueType="num">
                                      <p:cBhvr additive="base">
                                        <p:cTn id="11" dur="750" fill="hold"/>
                                        <p:tgtEl>
                                          <p:spTgt spid="4"/>
                                        </p:tgtEl>
                                        <p:attrNameLst>
                                          <p:attrName>ppt_y</p:attrName>
                                        </p:attrNameLst>
                                      </p:cBhvr>
                                      <p:tavLst>
                                        <p:tav tm="0">
                                          <p:val>
                                            <p:strVal val="1+#ppt_h/2"/>
                                          </p:val>
                                        </p:tav>
                                        <p:tav tm="100000">
                                          <p:val>
                                            <p:strVal val="#ppt_y"/>
                                          </p:val>
                                        </p:tav>
                                      </p:tavLst>
                                    </p:anim>
                                  </p:childTnLst>
                                </p:cTn>
                              </p:par>
                              <p:par>
                                <p:cTn id="12" presetID="2" presetClass="entr" presetSubtype="4" decel="100000" fill="hold" grpId="0" nodeType="withEffect">
                                  <p:stCondLst>
                                    <p:cond delay="125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750" fill="hold"/>
                                        <p:tgtEl>
                                          <p:spTgt spid="5"/>
                                        </p:tgtEl>
                                        <p:attrNameLst>
                                          <p:attrName>ppt_x</p:attrName>
                                        </p:attrNameLst>
                                      </p:cBhvr>
                                      <p:tavLst>
                                        <p:tav tm="0">
                                          <p:val>
                                            <p:strVal val="#ppt_x"/>
                                          </p:val>
                                        </p:tav>
                                        <p:tav tm="100000">
                                          <p:val>
                                            <p:strVal val="#ppt_x"/>
                                          </p:val>
                                        </p:tav>
                                      </p:tavLst>
                                    </p:anim>
                                    <p:anim calcmode="lin" valueType="num">
                                      <p:cBhvr additive="base">
                                        <p:cTn id="15"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6" name="Rectangle 5"/>
          <p:cNvSpPr/>
          <p:nvPr userDrawn="1"/>
        </p:nvSpPr>
        <p:spPr>
          <a:xfrm>
            <a:off x="6095503" y="0"/>
            <a:ext cx="609649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7" name="Picture Placeholder 6"/>
          <p:cNvSpPr>
            <a:spLocks noGrp="1"/>
          </p:cNvSpPr>
          <p:nvPr>
            <p:ph type="pic" sz="quarter" idx="10"/>
          </p:nvPr>
        </p:nvSpPr>
        <p:spPr>
          <a:xfrm>
            <a:off x="7454117" y="395303"/>
            <a:ext cx="620084" cy="61912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bg1"/>
                </a:solidFill>
              </a:defRPr>
            </a:lvl1pPr>
          </a:lstStyle>
          <a:p>
            <a:endParaRPr lang="id-ID"/>
          </a:p>
        </p:txBody>
      </p:sp>
      <p:sp>
        <p:nvSpPr>
          <p:cNvPr id="8" name="Picture Placeholder 6"/>
          <p:cNvSpPr>
            <a:spLocks noGrp="1"/>
          </p:cNvSpPr>
          <p:nvPr>
            <p:ph type="pic" sz="quarter" idx="11"/>
          </p:nvPr>
        </p:nvSpPr>
        <p:spPr>
          <a:xfrm>
            <a:off x="7454117" y="3170148"/>
            <a:ext cx="620084" cy="61912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bg1"/>
                </a:solidFill>
              </a:defRPr>
            </a:lvl1pPr>
          </a:lstStyle>
          <a:p>
            <a:endParaRPr lang="id-ID"/>
          </a:p>
        </p:txBody>
      </p:sp>
      <p:sp>
        <p:nvSpPr>
          <p:cNvPr id="9" name="Picture Placeholder 6"/>
          <p:cNvSpPr>
            <a:spLocks noGrp="1"/>
          </p:cNvSpPr>
          <p:nvPr>
            <p:ph type="pic" sz="quarter" idx="12"/>
          </p:nvPr>
        </p:nvSpPr>
        <p:spPr>
          <a:xfrm>
            <a:off x="10213300" y="1780741"/>
            <a:ext cx="620084" cy="61912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bg1"/>
                </a:solidFill>
              </a:defRPr>
            </a:lvl1pPr>
          </a:lstStyle>
          <a:p>
            <a:endParaRPr lang="id-ID"/>
          </a:p>
        </p:txBody>
      </p:sp>
      <p:sp>
        <p:nvSpPr>
          <p:cNvPr id="10" name="Picture Placeholder 6"/>
          <p:cNvSpPr>
            <a:spLocks noGrp="1"/>
          </p:cNvSpPr>
          <p:nvPr>
            <p:ph type="pic" sz="quarter" idx="13"/>
          </p:nvPr>
        </p:nvSpPr>
        <p:spPr>
          <a:xfrm>
            <a:off x="10213300" y="4568059"/>
            <a:ext cx="620084" cy="61912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p:spPr>
        <p:txBody>
          <a:bodyPr wrap="square">
            <a:noAutofit/>
          </a:bodyPr>
          <a:lstStyle>
            <a:lvl1pPr marL="0" indent="0" algn="ctr">
              <a:buNone/>
              <a:defRPr sz="1250">
                <a:solidFill>
                  <a:schemeClr val="bg1"/>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50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000"/>
                                  </p:stCondLst>
                                  <p:endCondLst>
                                    <p:cond evt="begin" delay="0">
                                      <p:tn val="13"/>
                                    </p:cond>
                                  </p:end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ppt_x"/>
                                          </p:val>
                                        </p:tav>
                                        <p:tav tm="100000">
                                          <p:val>
                                            <p:strVal val="#ppt_x"/>
                                          </p:val>
                                        </p:tav>
                                      </p:tavLst>
                                    </p:anim>
                                    <p:anim calcmode="lin" valueType="num">
                                      <p:cBhvr additive="base">
                                        <p:cTn id="16" dur="75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250"/>
                                  </p:stCondLst>
                                  <p:endCondLst>
                                    <p:cond evt="begin" delay="0">
                                      <p:tn val="17"/>
                                    </p:cond>
                                  </p:end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12_Title Slide">
    <p:bg>
      <p:bgPr>
        <a:solidFill>
          <a:schemeClr val="accent1"/>
        </a:solidFill>
        <a:effectLst/>
      </p:bgPr>
    </p:bg>
    <p:spTree>
      <p:nvGrpSpPr>
        <p:cNvPr id="1" name=""/>
        <p:cNvGrpSpPr/>
        <p:nvPr/>
      </p:nvGrpSpPr>
      <p:grpSpPr>
        <a:xfrm>
          <a:off x="0" y="0"/>
          <a:ext cx="0" cy="0"/>
          <a:chOff x="0" y="0"/>
          <a:chExt cx="0" cy="0"/>
        </a:xfrm>
      </p:grpSpPr>
      <p:sp>
        <p:nvSpPr>
          <p:cNvPr id="41" name="Picture Placeholder 3"/>
          <p:cNvSpPr>
            <a:spLocks noGrp="1"/>
          </p:cNvSpPr>
          <p:nvPr>
            <p:ph type="pic" sz="quarter" idx="11"/>
          </p:nvPr>
        </p:nvSpPr>
        <p:spPr>
          <a:xfrm>
            <a:off x="1826393" y="-1039388"/>
            <a:ext cx="2287955" cy="1561069"/>
          </a:xfrm>
          <a:prstGeom prst="rect">
            <a:avLst/>
          </a:prstGeom>
          <a:solidFill>
            <a:schemeClr val="bg1">
              <a:lumMod val="95000"/>
              <a:alpha val="30000"/>
            </a:schemeClr>
          </a:solidFill>
        </p:spPr>
        <p:txBody>
          <a:bodyPr/>
          <a:lstStyle>
            <a:lvl1pPr marL="0" indent="0" algn="ctr">
              <a:buNone/>
              <a:defRPr sz="2000">
                <a:solidFill>
                  <a:schemeClr val="tx1">
                    <a:lumMod val="50000"/>
                    <a:lumOff val="50000"/>
                  </a:schemeClr>
                </a:solidFill>
              </a:defRPr>
            </a:lvl1pPr>
          </a:lstStyle>
          <a:p>
            <a:endParaRPr lang="id-ID"/>
          </a:p>
        </p:txBody>
      </p:sp>
      <p:sp>
        <p:nvSpPr>
          <p:cNvPr id="42" name="Picture Placeholder 3"/>
          <p:cNvSpPr>
            <a:spLocks noGrp="1"/>
          </p:cNvSpPr>
          <p:nvPr>
            <p:ph type="pic" sz="quarter" idx="12"/>
          </p:nvPr>
        </p:nvSpPr>
        <p:spPr>
          <a:xfrm>
            <a:off x="4952023" y="764409"/>
            <a:ext cx="2287955" cy="1561069"/>
          </a:xfrm>
          <a:prstGeom prst="rect">
            <a:avLst/>
          </a:prstGeom>
          <a:solidFill>
            <a:schemeClr val="bg1">
              <a:lumMod val="95000"/>
              <a:alpha val="30000"/>
            </a:schemeClr>
          </a:solidFill>
        </p:spPr>
        <p:txBody>
          <a:bodyPr/>
          <a:lstStyle>
            <a:lvl1pPr marL="0" indent="0" algn="ctr">
              <a:buNone/>
              <a:defRPr sz="2000">
                <a:solidFill>
                  <a:schemeClr val="tx1">
                    <a:lumMod val="50000"/>
                    <a:lumOff val="50000"/>
                  </a:schemeClr>
                </a:solidFill>
              </a:defRPr>
            </a:lvl1pPr>
          </a:lstStyle>
          <a:p>
            <a:endParaRPr lang="id-ID"/>
          </a:p>
        </p:txBody>
      </p:sp>
      <p:sp>
        <p:nvSpPr>
          <p:cNvPr id="43" name="Picture Placeholder 3"/>
          <p:cNvSpPr>
            <a:spLocks noGrp="1"/>
          </p:cNvSpPr>
          <p:nvPr>
            <p:ph type="pic" sz="quarter" idx="13"/>
          </p:nvPr>
        </p:nvSpPr>
        <p:spPr>
          <a:xfrm>
            <a:off x="8077652" y="2514628"/>
            <a:ext cx="2287955" cy="1561069"/>
          </a:xfrm>
          <a:prstGeom prst="rect">
            <a:avLst/>
          </a:prstGeom>
          <a:solidFill>
            <a:schemeClr val="bg1">
              <a:lumMod val="95000"/>
              <a:alpha val="30000"/>
            </a:schemeClr>
          </a:solidFill>
        </p:spPr>
        <p:txBody>
          <a:bodyPr/>
          <a:lstStyle>
            <a:lvl1pPr marL="0" indent="0" algn="ctr">
              <a:buNone/>
              <a:defRPr sz="2000">
                <a:solidFill>
                  <a:schemeClr val="tx1">
                    <a:lumMod val="50000"/>
                    <a:lumOff val="50000"/>
                  </a:schemeClr>
                </a:solidFill>
              </a:defRPr>
            </a:lvl1pPr>
          </a:lstStyle>
          <a:p>
            <a:endParaRPr lang="id-ID"/>
          </a:p>
        </p:txBody>
      </p:sp>
      <p:sp>
        <p:nvSpPr>
          <p:cNvPr id="2" name="Freeform: Shape 1"/>
          <p:cNvSpPr/>
          <p:nvPr userDrawn="1"/>
        </p:nvSpPr>
        <p:spPr>
          <a:xfrm>
            <a:off x="-694483" y="4561627"/>
            <a:ext cx="1098361" cy="1096663"/>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 name="Oval 2"/>
          <p:cNvSpPr/>
          <p:nvPr userDrawn="1"/>
        </p:nvSpPr>
        <p:spPr>
          <a:xfrm>
            <a:off x="3003592" y="4438060"/>
            <a:ext cx="123759" cy="123568"/>
          </a:xfrm>
          <a:prstGeom prst="ellipse">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4" name="Diamond 3"/>
          <p:cNvSpPr/>
          <p:nvPr userDrawn="1"/>
        </p:nvSpPr>
        <p:spPr>
          <a:xfrm>
            <a:off x="5775886" y="3064605"/>
            <a:ext cx="204217" cy="203901"/>
          </a:xfrm>
          <a:prstGeom prst="diamond">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5" name="TextBox 4"/>
          <p:cNvSpPr txBox="1"/>
          <p:nvPr userDrawn="1"/>
        </p:nvSpPr>
        <p:spPr>
          <a:xfrm rot="10800000" flipV="1">
            <a:off x="10796985" y="193031"/>
            <a:ext cx="1116324" cy="669414"/>
          </a:xfrm>
          <a:prstGeom prst="rect">
            <a:avLst/>
          </a:prstGeom>
          <a:noFill/>
        </p:spPr>
        <p:txBody>
          <a:bodyPr wrap="square" rtlCol="0">
            <a:spAutoFit/>
          </a:bodyPr>
          <a:lstStyle/>
          <a:p>
            <a:pPr algn="ctr"/>
            <a:fld id="{260E2A6B-A809-4840-BF14-8648BC0BDF87}" type="slidenum">
              <a:rPr lang="id-ID" sz="3750" b="1" i="0" smtClean="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rPr>
            </a:fld>
            <a:endParaRPr lang="id-ID" sz="7190" b="1" i="0" dirty="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grpSp>
        <p:nvGrpSpPr>
          <p:cNvPr id="6" name="Group 5"/>
          <p:cNvGrpSpPr/>
          <p:nvPr userDrawn="1"/>
        </p:nvGrpSpPr>
        <p:grpSpPr>
          <a:xfrm>
            <a:off x="5757641" y="6302824"/>
            <a:ext cx="676718" cy="139440"/>
            <a:chOff x="9091626" y="9849739"/>
            <a:chExt cx="1081074" cy="223104"/>
          </a:xfrm>
          <a:solidFill>
            <a:schemeClr val="bg1">
              <a:alpha val="30000"/>
            </a:schemeClr>
          </a:solidFill>
        </p:grpSpPr>
        <p:sp>
          <p:nvSpPr>
            <p:cNvPr id="7" name="Freeform 75"/>
            <p:cNvSpPr>
              <a:spLocks noChangeArrowheads="1"/>
            </p:cNvSpPr>
            <p:nvPr userDrawn="1"/>
          </p:nvSpPr>
          <p:spPr bwMode="auto">
            <a:xfrm>
              <a:off x="9091626" y="9849739"/>
              <a:ext cx="120133" cy="223104"/>
            </a:xfrm>
            <a:custGeom>
              <a:avLst/>
              <a:gdLst>
                <a:gd name="T0" fmla="*/ 132814 w 249"/>
                <a:gd name="T1" fmla="*/ 43735 h 453"/>
                <a:gd name="T2" fmla="*/ 132814 w 249"/>
                <a:gd name="T3" fmla="*/ 43735 h 453"/>
                <a:gd name="T4" fmla="*/ 94791 w 249"/>
                <a:gd name="T5" fmla="*/ 43735 h 453"/>
                <a:gd name="T6" fmla="*/ 85687 w 249"/>
                <a:gd name="T7" fmla="*/ 58496 h 453"/>
                <a:gd name="T8" fmla="*/ 85687 w 249"/>
                <a:gd name="T9" fmla="*/ 87470 h 453"/>
                <a:gd name="T10" fmla="*/ 132814 w 249"/>
                <a:gd name="T11" fmla="*/ 87470 h 453"/>
                <a:gd name="T12" fmla="*/ 132814 w 249"/>
                <a:gd name="T13" fmla="*/ 126285 h 453"/>
                <a:gd name="T14" fmla="*/ 85687 w 249"/>
                <a:gd name="T15" fmla="*/ 126285 h 453"/>
                <a:gd name="T16" fmla="*/ 85687 w 249"/>
                <a:gd name="T17" fmla="*/ 247103 h 453"/>
                <a:gd name="T18" fmla="*/ 42308 w 249"/>
                <a:gd name="T19" fmla="*/ 247103 h 453"/>
                <a:gd name="T20" fmla="*/ 42308 w 249"/>
                <a:gd name="T21" fmla="*/ 126285 h 453"/>
                <a:gd name="T22" fmla="*/ 0 w 249"/>
                <a:gd name="T23" fmla="*/ 126285 h 453"/>
                <a:gd name="T24" fmla="*/ 0 w 249"/>
                <a:gd name="T25" fmla="*/ 87470 h 453"/>
                <a:gd name="T26" fmla="*/ 42308 w 249"/>
                <a:gd name="T27" fmla="*/ 87470 h 453"/>
                <a:gd name="T28" fmla="*/ 42308 w 249"/>
                <a:gd name="T29" fmla="*/ 63416 h 453"/>
                <a:gd name="T30" fmla="*/ 94791 w 249"/>
                <a:gd name="T31" fmla="*/ 0 h 453"/>
                <a:gd name="T32" fmla="*/ 132814 w 249"/>
                <a:gd name="T33" fmla="*/ 0 h 453"/>
                <a:gd name="T34" fmla="*/ 132814 w 249"/>
                <a:gd name="T35" fmla="*/ 43735 h 4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grpFill/>
            <a:ln>
              <a:noFill/>
            </a:ln>
            <a:effectLst/>
          </p:spPr>
          <p:txBody>
            <a:bodyPr wrap="none" lIns="34290" tIns="17145" rIns="34290" bIns="17145" anchor="ctr"/>
            <a:lstStyle/>
            <a:p>
              <a:endParaRPr lang="en-US" sz="1125" dirty="0">
                <a:solidFill>
                  <a:schemeClr val="bg1">
                    <a:lumMod val="85000"/>
                  </a:schemeClr>
                </a:solidFill>
              </a:endParaRPr>
            </a:p>
          </p:txBody>
        </p:sp>
        <p:sp>
          <p:nvSpPr>
            <p:cNvPr id="8" name="Freeform 85"/>
            <p:cNvSpPr>
              <a:spLocks noChangeArrowheads="1"/>
            </p:cNvSpPr>
            <p:nvPr userDrawn="1"/>
          </p:nvSpPr>
          <p:spPr bwMode="auto">
            <a:xfrm>
              <a:off x="9475340" y="9870477"/>
              <a:ext cx="225966" cy="181629"/>
            </a:xfrm>
            <a:custGeom>
              <a:avLst/>
              <a:gdLst>
                <a:gd name="T0" fmla="*/ 250282 w 462"/>
                <a:gd name="T1" fmla="*/ 24258 h 374"/>
                <a:gd name="T2" fmla="*/ 250282 w 462"/>
                <a:gd name="T3" fmla="*/ 24258 h 374"/>
                <a:gd name="T4" fmla="*/ 221508 w 462"/>
                <a:gd name="T5" fmla="*/ 33962 h 374"/>
                <a:gd name="T6" fmla="*/ 240510 w 462"/>
                <a:gd name="T7" fmla="*/ 5391 h 374"/>
                <a:gd name="T8" fmla="*/ 211192 w 462"/>
                <a:gd name="T9" fmla="*/ 19407 h 374"/>
                <a:gd name="T10" fmla="*/ 173189 w 462"/>
                <a:gd name="T11" fmla="*/ 0 h 374"/>
                <a:gd name="T12" fmla="*/ 119983 w 462"/>
                <a:gd name="T13" fmla="*/ 52829 h 374"/>
                <a:gd name="T14" fmla="*/ 124870 w 462"/>
                <a:gd name="T15" fmla="*/ 62532 h 374"/>
                <a:gd name="T16" fmla="*/ 19002 w 462"/>
                <a:gd name="T17" fmla="*/ 10242 h 374"/>
                <a:gd name="T18" fmla="*/ 9229 w 462"/>
                <a:gd name="T19" fmla="*/ 38813 h 374"/>
                <a:gd name="T20" fmla="*/ 33118 w 462"/>
                <a:gd name="T21" fmla="*/ 81400 h 374"/>
                <a:gd name="T22" fmla="*/ 9229 w 462"/>
                <a:gd name="T23" fmla="*/ 72236 h 374"/>
                <a:gd name="T24" fmla="*/ 9229 w 462"/>
                <a:gd name="T25" fmla="*/ 72236 h 374"/>
                <a:gd name="T26" fmla="*/ 53205 w 462"/>
                <a:gd name="T27" fmla="*/ 124526 h 374"/>
                <a:gd name="T28" fmla="*/ 38004 w 462"/>
                <a:gd name="T29" fmla="*/ 124526 h 374"/>
                <a:gd name="T30" fmla="*/ 28774 w 462"/>
                <a:gd name="T31" fmla="*/ 124526 h 374"/>
                <a:gd name="T32" fmla="*/ 77093 w 462"/>
                <a:gd name="T33" fmla="*/ 158487 h 374"/>
                <a:gd name="T34" fmla="*/ 14116 w 462"/>
                <a:gd name="T35" fmla="*/ 182206 h 374"/>
                <a:gd name="T36" fmla="*/ 0 w 462"/>
                <a:gd name="T37" fmla="*/ 182206 h 374"/>
                <a:gd name="T38" fmla="*/ 77093 w 462"/>
                <a:gd name="T39" fmla="*/ 201074 h 374"/>
                <a:gd name="T40" fmla="*/ 221508 w 462"/>
                <a:gd name="T41" fmla="*/ 57681 h 374"/>
                <a:gd name="T42" fmla="*/ 221508 w 462"/>
                <a:gd name="T43" fmla="*/ 52829 h 374"/>
                <a:gd name="T44" fmla="*/ 250282 w 462"/>
                <a:gd name="T45" fmla="*/ 2425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grpFill/>
            <a:ln>
              <a:noFill/>
            </a:ln>
            <a:effectLst/>
          </p:spPr>
          <p:txBody>
            <a:bodyPr wrap="none" lIns="34290" tIns="17145" rIns="34290" bIns="17145" anchor="ctr"/>
            <a:lstStyle/>
            <a:p>
              <a:endParaRPr lang="en-US" sz="1125" dirty="0">
                <a:solidFill>
                  <a:schemeClr val="bg1">
                    <a:lumMod val="85000"/>
                  </a:schemeClr>
                </a:solidFill>
              </a:endParaRPr>
            </a:p>
          </p:txBody>
        </p:sp>
        <p:grpSp>
          <p:nvGrpSpPr>
            <p:cNvPr id="9" name="Group 8"/>
            <p:cNvGrpSpPr/>
            <p:nvPr/>
          </p:nvGrpSpPr>
          <p:grpSpPr>
            <a:xfrm>
              <a:off x="9964887" y="9857554"/>
              <a:ext cx="207813" cy="207474"/>
              <a:chOff x="2110189" y="863994"/>
              <a:chExt cx="724256" cy="723073"/>
            </a:xfrm>
            <a:grpFill/>
          </p:grpSpPr>
          <p:grpSp>
            <p:nvGrpSpPr>
              <p:cNvPr id="10" name="Group 9"/>
              <p:cNvGrpSpPr/>
              <p:nvPr/>
            </p:nvGrpSpPr>
            <p:grpSpPr>
              <a:xfrm>
                <a:off x="2110189" y="863994"/>
                <a:ext cx="724256" cy="723073"/>
                <a:chOff x="2110189" y="863994"/>
                <a:chExt cx="724256" cy="723073"/>
              </a:xfrm>
              <a:grpFill/>
            </p:grpSpPr>
            <p:sp>
              <p:nvSpPr>
                <p:cNvPr id="12" name="Freeform 5"/>
                <p:cNvSpPr>
                  <a:spLocks noEditPoints="1"/>
                </p:cNvSpPr>
                <p:nvPr/>
              </p:nvSpPr>
              <p:spPr bwMode="auto">
                <a:xfrm>
                  <a:off x="2110189" y="863994"/>
                  <a:ext cx="724256" cy="723073"/>
                </a:xfrm>
                <a:custGeom>
                  <a:avLst/>
                  <a:gdLst>
                    <a:gd name="T0" fmla="*/ 1263 w 4293"/>
                    <a:gd name="T1" fmla="*/ 4274 h 4286"/>
                    <a:gd name="T2" fmla="*/ 919 w 4293"/>
                    <a:gd name="T3" fmla="*/ 4230 h 4286"/>
                    <a:gd name="T4" fmla="*/ 634 w 4293"/>
                    <a:gd name="T5" fmla="*/ 4126 h 4286"/>
                    <a:gd name="T6" fmla="*/ 360 w 4293"/>
                    <a:gd name="T7" fmla="*/ 3926 h 4286"/>
                    <a:gd name="T8" fmla="*/ 188 w 4293"/>
                    <a:gd name="T9" fmla="*/ 3702 h 4286"/>
                    <a:gd name="T10" fmla="*/ 74 w 4293"/>
                    <a:gd name="T11" fmla="*/ 3430 h 4286"/>
                    <a:gd name="T12" fmla="*/ 14 w 4293"/>
                    <a:gd name="T13" fmla="*/ 3027 h 4286"/>
                    <a:gd name="T14" fmla="*/ 0 w 4293"/>
                    <a:gd name="T15" fmla="*/ 2143 h 4286"/>
                    <a:gd name="T16" fmla="*/ 18 w 4293"/>
                    <a:gd name="T17" fmla="*/ 1183 h 4286"/>
                    <a:gd name="T18" fmla="*/ 92 w 4293"/>
                    <a:gd name="T19" fmla="*/ 796 h 4286"/>
                    <a:gd name="T20" fmla="*/ 216 w 4293"/>
                    <a:gd name="T21" fmla="*/ 536 h 4286"/>
                    <a:gd name="T22" fmla="*/ 404 w 4293"/>
                    <a:gd name="T23" fmla="*/ 318 h 4286"/>
                    <a:gd name="T24" fmla="*/ 686 w 4293"/>
                    <a:gd name="T25" fmla="*/ 134 h 4286"/>
                    <a:gd name="T26" fmla="*/ 981 w 4293"/>
                    <a:gd name="T27" fmla="*/ 44 h 4286"/>
                    <a:gd name="T28" fmla="*/ 1415 w 4293"/>
                    <a:gd name="T29" fmla="*/ 6 h 4286"/>
                    <a:gd name="T30" fmla="*/ 2722 w 4293"/>
                    <a:gd name="T31" fmla="*/ 2 h 4286"/>
                    <a:gd name="T32" fmla="*/ 3248 w 4293"/>
                    <a:gd name="T33" fmla="*/ 32 h 4286"/>
                    <a:gd name="T34" fmla="*/ 3552 w 4293"/>
                    <a:gd name="T35" fmla="*/ 112 h 4286"/>
                    <a:gd name="T36" fmla="*/ 3847 w 4293"/>
                    <a:gd name="T37" fmla="*/ 280 h 4286"/>
                    <a:gd name="T38" fmla="*/ 4045 w 4293"/>
                    <a:gd name="T39" fmla="*/ 490 h 4286"/>
                    <a:gd name="T40" fmla="*/ 4181 w 4293"/>
                    <a:gd name="T41" fmla="*/ 740 h 4286"/>
                    <a:gd name="T42" fmla="*/ 4269 w 4293"/>
                    <a:gd name="T43" fmla="*/ 1111 h 4286"/>
                    <a:gd name="T44" fmla="*/ 4293 w 4293"/>
                    <a:gd name="T45" fmla="*/ 1793 h 4286"/>
                    <a:gd name="T46" fmla="*/ 4281 w 4293"/>
                    <a:gd name="T47" fmla="*/ 3027 h 4286"/>
                    <a:gd name="T48" fmla="*/ 4237 w 4293"/>
                    <a:gd name="T49" fmla="*/ 3370 h 4286"/>
                    <a:gd name="T50" fmla="*/ 4133 w 4293"/>
                    <a:gd name="T51" fmla="*/ 3654 h 4286"/>
                    <a:gd name="T52" fmla="*/ 3933 w 4293"/>
                    <a:gd name="T53" fmla="*/ 3926 h 4286"/>
                    <a:gd name="T54" fmla="*/ 3709 w 4293"/>
                    <a:gd name="T55" fmla="*/ 4100 h 4286"/>
                    <a:gd name="T56" fmla="*/ 3436 w 4293"/>
                    <a:gd name="T57" fmla="*/ 4214 h 4286"/>
                    <a:gd name="T58" fmla="*/ 3032 w 4293"/>
                    <a:gd name="T59" fmla="*/ 4274 h 4286"/>
                    <a:gd name="T60" fmla="*/ 2148 w 4293"/>
                    <a:gd name="T61" fmla="*/ 4286 h 4286"/>
                    <a:gd name="T62" fmla="*/ 1281 w 4293"/>
                    <a:gd name="T63" fmla="*/ 400 h 4286"/>
                    <a:gd name="T64" fmla="*/ 987 w 4293"/>
                    <a:gd name="T65" fmla="*/ 440 h 4286"/>
                    <a:gd name="T66" fmla="*/ 813 w 4293"/>
                    <a:gd name="T67" fmla="*/ 504 h 4286"/>
                    <a:gd name="T68" fmla="*/ 634 w 4293"/>
                    <a:gd name="T69" fmla="*/ 634 h 4286"/>
                    <a:gd name="T70" fmla="*/ 522 w 4293"/>
                    <a:gd name="T71" fmla="*/ 778 h 4286"/>
                    <a:gd name="T72" fmla="*/ 452 w 4293"/>
                    <a:gd name="T73" fmla="*/ 944 h 4286"/>
                    <a:gd name="T74" fmla="*/ 400 w 4293"/>
                    <a:gd name="T75" fmla="*/ 1277 h 4286"/>
                    <a:gd name="T76" fmla="*/ 388 w 4293"/>
                    <a:gd name="T77" fmla="*/ 2143 h 4286"/>
                    <a:gd name="T78" fmla="*/ 406 w 4293"/>
                    <a:gd name="T79" fmla="*/ 3083 h 4286"/>
                    <a:gd name="T80" fmla="*/ 464 w 4293"/>
                    <a:gd name="T81" fmla="*/ 3376 h 4286"/>
                    <a:gd name="T82" fmla="*/ 542 w 4293"/>
                    <a:gd name="T83" fmla="*/ 3538 h 4286"/>
                    <a:gd name="T84" fmla="*/ 662 w 4293"/>
                    <a:gd name="T85" fmla="*/ 3680 h 4286"/>
                    <a:gd name="T86" fmla="*/ 847 w 4293"/>
                    <a:gd name="T87" fmla="*/ 3798 h 4286"/>
                    <a:gd name="T88" fmla="*/ 1031 w 4293"/>
                    <a:gd name="T89" fmla="*/ 3858 h 4286"/>
                    <a:gd name="T90" fmla="*/ 1431 w 4293"/>
                    <a:gd name="T91" fmla="*/ 3892 h 4286"/>
                    <a:gd name="T92" fmla="*/ 2712 w 4293"/>
                    <a:gd name="T93" fmla="*/ 3896 h 4286"/>
                    <a:gd name="T94" fmla="*/ 3212 w 4293"/>
                    <a:gd name="T95" fmla="*/ 3866 h 4286"/>
                    <a:gd name="T96" fmla="*/ 3412 w 4293"/>
                    <a:gd name="T97" fmla="*/ 3812 h 4286"/>
                    <a:gd name="T98" fmla="*/ 3603 w 4293"/>
                    <a:gd name="T99" fmla="*/ 3704 h 4286"/>
                    <a:gd name="T100" fmla="*/ 3733 w 4293"/>
                    <a:gd name="T101" fmla="*/ 3568 h 4286"/>
                    <a:gd name="T102" fmla="*/ 3819 w 4293"/>
                    <a:gd name="T103" fmla="*/ 3406 h 4286"/>
                    <a:gd name="T104" fmla="*/ 3881 w 4293"/>
                    <a:gd name="T105" fmla="*/ 3149 h 4286"/>
                    <a:gd name="T106" fmla="*/ 3905 w 4293"/>
                    <a:gd name="T107" fmla="*/ 2487 h 4286"/>
                    <a:gd name="T108" fmla="*/ 3893 w 4293"/>
                    <a:gd name="T109" fmla="*/ 1277 h 4286"/>
                    <a:gd name="T110" fmla="*/ 3853 w 4293"/>
                    <a:gd name="T111" fmla="*/ 984 h 4286"/>
                    <a:gd name="T112" fmla="*/ 3789 w 4293"/>
                    <a:gd name="T113" fmla="*/ 810 h 4286"/>
                    <a:gd name="T114" fmla="*/ 3659 w 4293"/>
                    <a:gd name="T115" fmla="*/ 634 h 4286"/>
                    <a:gd name="T116" fmla="*/ 3514 w 4293"/>
                    <a:gd name="T117" fmla="*/ 520 h 4286"/>
                    <a:gd name="T118" fmla="*/ 3348 w 4293"/>
                    <a:gd name="T119" fmla="*/ 450 h 4286"/>
                    <a:gd name="T120" fmla="*/ 3014 w 4293"/>
                    <a:gd name="T121" fmla="*/ 400 h 4286"/>
                    <a:gd name="T122" fmla="*/ 2148 w 4293"/>
                    <a:gd name="T123" fmla="*/ 386 h 4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93" h="4286">
                      <a:moveTo>
                        <a:pt x="2148" y="4286"/>
                      </a:moveTo>
                      <a:lnTo>
                        <a:pt x="2148" y="4286"/>
                      </a:lnTo>
                      <a:lnTo>
                        <a:pt x="1797" y="4286"/>
                      </a:lnTo>
                      <a:lnTo>
                        <a:pt x="1573" y="4284"/>
                      </a:lnTo>
                      <a:lnTo>
                        <a:pt x="1415" y="4280"/>
                      </a:lnTo>
                      <a:lnTo>
                        <a:pt x="1263" y="4274"/>
                      </a:lnTo>
                      <a:lnTo>
                        <a:pt x="1263" y="4274"/>
                      </a:lnTo>
                      <a:lnTo>
                        <a:pt x="1187" y="4270"/>
                      </a:lnTo>
                      <a:lnTo>
                        <a:pt x="1115" y="4262"/>
                      </a:lnTo>
                      <a:lnTo>
                        <a:pt x="1047" y="4254"/>
                      </a:lnTo>
                      <a:lnTo>
                        <a:pt x="981" y="4242"/>
                      </a:lnTo>
                      <a:lnTo>
                        <a:pt x="919" y="4230"/>
                      </a:lnTo>
                      <a:lnTo>
                        <a:pt x="859" y="4214"/>
                      </a:lnTo>
                      <a:lnTo>
                        <a:pt x="799" y="4196"/>
                      </a:lnTo>
                      <a:lnTo>
                        <a:pt x="741" y="4174"/>
                      </a:lnTo>
                      <a:lnTo>
                        <a:pt x="741" y="4174"/>
                      </a:lnTo>
                      <a:lnTo>
                        <a:pt x="686" y="4152"/>
                      </a:lnTo>
                      <a:lnTo>
                        <a:pt x="634" y="4126"/>
                      </a:lnTo>
                      <a:lnTo>
                        <a:pt x="584" y="4100"/>
                      </a:lnTo>
                      <a:lnTo>
                        <a:pt x="536" y="4070"/>
                      </a:lnTo>
                      <a:lnTo>
                        <a:pt x="492" y="4040"/>
                      </a:lnTo>
                      <a:lnTo>
                        <a:pt x="446" y="4004"/>
                      </a:lnTo>
                      <a:lnTo>
                        <a:pt x="404" y="3968"/>
                      </a:lnTo>
                      <a:lnTo>
                        <a:pt x="360" y="3926"/>
                      </a:lnTo>
                      <a:lnTo>
                        <a:pt x="360" y="3926"/>
                      </a:lnTo>
                      <a:lnTo>
                        <a:pt x="320" y="3884"/>
                      </a:lnTo>
                      <a:lnTo>
                        <a:pt x="282" y="3840"/>
                      </a:lnTo>
                      <a:lnTo>
                        <a:pt x="248" y="3796"/>
                      </a:lnTo>
                      <a:lnTo>
                        <a:pt x="216" y="3750"/>
                      </a:lnTo>
                      <a:lnTo>
                        <a:pt x="188" y="3702"/>
                      </a:lnTo>
                      <a:lnTo>
                        <a:pt x="160" y="3654"/>
                      </a:lnTo>
                      <a:lnTo>
                        <a:pt x="136" y="3602"/>
                      </a:lnTo>
                      <a:lnTo>
                        <a:pt x="114" y="3546"/>
                      </a:lnTo>
                      <a:lnTo>
                        <a:pt x="114" y="3546"/>
                      </a:lnTo>
                      <a:lnTo>
                        <a:pt x="92" y="3488"/>
                      </a:lnTo>
                      <a:lnTo>
                        <a:pt x="74" y="3430"/>
                      </a:lnTo>
                      <a:lnTo>
                        <a:pt x="58" y="3370"/>
                      </a:lnTo>
                      <a:lnTo>
                        <a:pt x="44" y="3306"/>
                      </a:lnTo>
                      <a:lnTo>
                        <a:pt x="34" y="3242"/>
                      </a:lnTo>
                      <a:lnTo>
                        <a:pt x="24" y="3175"/>
                      </a:lnTo>
                      <a:lnTo>
                        <a:pt x="18" y="3103"/>
                      </a:lnTo>
                      <a:lnTo>
                        <a:pt x="14" y="3027"/>
                      </a:lnTo>
                      <a:lnTo>
                        <a:pt x="14" y="3027"/>
                      </a:lnTo>
                      <a:lnTo>
                        <a:pt x="8" y="2873"/>
                      </a:lnTo>
                      <a:lnTo>
                        <a:pt x="4" y="2717"/>
                      </a:lnTo>
                      <a:lnTo>
                        <a:pt x="2" y="2493"/>
                      </a:lnTo>
                      <a:lnTo>
                        <a:pt x="0" y="2143"/>
                      </a:lnTo>
                      <a:lnTo>
                        <a:pt x="0" y="2143"/>
                      </a:lnTo>
                      <a:lnTo>
                        <a:pt x="2" y="1793"/>
                      </a:lnTo>
                      <a:lnTo>
                        <a:pt x="4" y="1569"/>
                      </a:lnTo>
                      <a:lnTo>
                        <a:pt x="8" y="1411"/>
                      </a:lnTo>
                      <a:lnTo>
                        <a:pt x="14" y="1259"/>
                      </a:lnTo>
                      <a:lnTo>
                        <a:pt x="14" y="1259"/>
                      </a:lnTo>
                      <a:lnTo>
                        <a:pt x="18" y="1183"/>
                      </a:lnTo>
                      <a:lnTo>
                        <a:pt x="24" y="1111"/>
                      </a:lnTo>
                      <a:lnTo>
                        <a:pt x="34" y="1044"/>
                      </a:lnTo>
                      <a:lnTo>
                        <a:pt x="44" y="980"/>
                      </a:lnTo>
                      <a:lnTo>
                        <a:pt x="58" y="916"/>
                      </a:lnTo>
                      <a:lnTo>
                        <a:pt x="74" y="856"/>
                      </a:lnTo>
                      <a:lnTo>
                        <a:pt x="92" y="796"/>
                      </a:lnTo>
                      <a:lnTo>
                        <a:pt x="114" y="740"/>
                      </a:lnTo>
                      <a:lnTo>
                        <a:pt x="114" y="740"/>
                      </a:lnTo>
                      <a:lnTo>
                        <a:pt x="136" y="684"/>
                      </a:lnTo>
                      <a:lnTo>
                        <a:pt x="160" y="632"/>
                      </a:lnTo>
                      <a:lnTo>
                        <a:pt x="188" y="582"/>
                      </a:lnTo>
                      <a:lnTo>
                        <a:pt x="216" y="536"/>
                      </a:lnTo>
                      <a:lnTo>
                        <a:pt x="248" y="490"/>
                      </a:lnTo>
                      <a:lnTo>
                        <a:pt x="282" y="444"/>
                      </a:lnTo>
                      <a:lnTo>
                        <a:pt x="320" y="402"/>
                      </a:lnTo>
                      <a:lnTo>
                        <a:pt x="360" y="360"/>
                      </a:lnTo>
                      <a:lnTo>
                        <a:pt x="360" y="360"/>
                      </a:lnTo>
                      <a:lnTo>
                        <a:pt x="404" y="318"/>
                      </a:lnTo>
                      <a:lnTo>
                        <a:pt x="446" y="280"/>
                      </a:lnTo>
                      <a:lnTo>
                        <a:pt x="492" y="246"/>
                      </a:lnTo>
                      <a:lnTo>
                        <a:pt x="536" y="214"/>
                      </a:lnTo>
                      <a:lnTo>
                        <a:pt x="584" y="186"/>
                      </a:lnTo>
                      <a:lnTo>
                        <a:pt x="634" y="158"/>
                      </a:lnTo>
                      <a:lnTo>
                        <a:pt x="686" y="134"/>
                      </a:lnTo>
                      <a:lnTo>
                        <a:pt x="741" y="112"/>
                      </a:lnTo>
                      <a:lnTo>
                        <a:pt x="741" y="112"/>
                      </a:lnTo>
                      <a:lnTo>
                        <a:pt x="799" y="90"/>
                      </a:lnTo>
                      <a:lnTo>
                        <a:pt x="859" y="72"/>
                      </a:lnTo>
                      <a:lnTo>
                        <a:pt x="919" y="56"/>
                      </a:lnTo>
                      <a:lnTo>
                        <a:pt x="981" y="44"/>
                      </a:lnTo>
                      <a:lnTo>
                        <a:pt x="1047" y="32"/>
                      </a:lnTo>
                      <a:lnTo>
                        <a:pt x="1115" y="24"/>
                      </a:lnTo>
                      <a:lnTo>
                        <a:pt x="1187" y="16"/>
                      </a:lnTo>
                      <a:lnTo>
                        <a:pt x="1263" y="12"/>
                      </a:lnTo>
                      <a:lnTo>
                        <a:pt x="1263" y="12"/>
                      </a:lnTo>
                      <a:lnTo>
                        <a:pt x="1415" y="6"/>
                      </a:lnTo>
                      <a:lnTo>
                        <a:pt x="1573" y="2"/>
                      </a:lnTo>
                      <a:lnTo>
                        <a:pt x="1795" y="0"/>
                      </a:lnTo>
                      <a:lnTo>
                        <a:pt x="2148" y="0"/>
                      </a:lnTo>
                      <a:lnTo>
                        <a:pt x="2148" y="0"/>
                      </a:lnTo>
                      <a:lnTo>
                        <a:pt x="2498" y="0"/>
                      </a:lnTo>
                      <a:lnTo>
                        <a:pt x="2722" y="2"/>
                      </a:lnTo>
                      <a:lnTo>
                        <a:pt x="2878" y="6"/>
                      </a:lnTo>
                      <a:lnTo>
                        <a:pt x="3032" y="12"/>
                      </a:lnTo>
                      <a:lnTo>
                        <a:pt x="3032" y="12"/>
                      </a:lnTo>
                      <a:lnTo>
                        <a:pt x="3108" y="16"/>
                      </a:lnTo>
                      <a:lnTo>
                        <a:pt x="3178" y="24"/>
                      </a:lnTo>
                      <a:lnTo>
                        <a:pt x="3248" y="32"/>
                      </a:lnTo>
                      <a:lnTo>
                        <a:pt x="3312" y="44"/>
                      </a:lnTo>
                      <a:lnTo>
                        <a:pt x="3374" y="56"/>
                      </a:lnTo>
                      <a:lnTo>
                        <a:pt x="3436" y="72"/>
                      </a:lnTo>
                      <a:lnTo>
                        <a:pt x="3494" y="90"/>
                      </a:lnTo>
                      <a:lnTo>
                        <a:pt x="3552" y="112"/>
                      </a:lnTo>
                      <a:lnTo>
                        <a:pt x="3552" y="112"/>
                      </a:lnTo>
                      <a:lnTo>
                        <a:pt x="3609" y="134"/>
                      </a:lnTo>
                      <a:lnTo>
                        <a:pt x="3661" y="158"/>
                      </a:lnTo>
                      <a:lnTo>
                        <a:pt x="3709" y="186"/>
                      </a:lnTo>
                      <a:lnTo>
                        <a:pt x="3757" y="214"/>
                      </a:lnTo>
                      <a:lnTo>
                        <a:pt x="3803" y="246"/>
                      </a:lnTo>
                      <a:lnTo>
                        <a:pt x="3847" y="280"/>
                      </a:lnTo>
                      <a:lnTo>
                        <a:pt x="3891" y="318"/>
                      </a:lnTo>
                      <a:lnTo>
                        <a:pt x="3933" y="360"/>
                      </a:lnTo>
                      <a:lnTo>
                        <a:pt x="3933" y="360"/>
                      </a:lnTo>
                      <a:lnTo>
                        <a:pt x="3973" y="402"/>
                      </a:lnTo>
                      <a:lnTo>
                        <a:pt x="4011" y="444"/>
                      </a:lnTo>
                      <a:lnTo>
                        <a:pt x="4045" y="490"/>
                      </a:lnTo>
                      <a:lnTo>
                        <a:pt x="4077" y="536"/>
                      </a:lnTo>
                      <a:lnTo>
                        <a:pt x="4107" y="582"/>
                      </a:lnTo>
                      <a:lnTo>
                        <a:pt x="4133" y="632"/>
                      </a:lnTo>
                      <a:lnTo>
                        <a:pt x="4159" y="684"/>
                      </a:lnTo>
                      <a:lnTo>
                        <a:pt x="4181" y="740"/>
                      </a:lnTo>
                      <a:lnTo>
                        <a:pt x="4181" y="740"/>
                      </a:lnTo>
                      <a:lnTo>
                        <a:pt x="4201" y="796"/>
                      </a:lnTo>
                      <a:lnTo>
                        <a:pt x="4221" y="856"/>
                      </a:lnTo>
                      <a:lnTo>
                        <a:pt x="4237" y="916"/>
                      </a:lnTo>
                      <a:lnTo>
                        <a:pt x="4249" y="980"/>
                      </a:lnTo>
                      <a:lnTo>
                        <a:pt x="4261" y="1044"/>
                      </a:lnTo>
                      <a:lnTo>
                        <a:pt x="4269" y="1111"/>
                      </a:lnTo>
                      <a:lnTo>
                        <a:pt x="4275" y="1183"/>
                      </a:lnTo>
                      <a:lnTo>
                        <a:pt x="4281" y="1259"/>
                      </a:lnTo>
                      <a:lnTo>
                        <a:pt x="4281" y="1259"/>
                      </a:lnTo>
                      <a:lnTo>
                        <a:pt x="4287" y="1411"/>
                      </a:lnTo>
                      <a:lnTo>
                        <a:pt x="4291" y="1569"/>
                      </a:lnTo>
                      <a:lnTo>
                        <a:pt x="4293" y="1793"/>
                      </a:lnTo>
                      <a:lnTo>
                        <a:pt x="4293" y="2143"/>
                      </a:lnTo>
                      <a:lnTo>
                        <a:pt x="4293" y="2143"/>
                      </a:lnTo>
                      <a:lnTo>
                        <a:pt x="4293" y="2493"/>
                      </a:lnTo>
                      <a:lnTo>
                        <a:pt x="4291" y="2717"/>
                      </a:lnTo>
                      <a:lnTo>
                        <a:pt x="4287" y="2873"/>
                      </a:lnTo>
                      <a:lnTo>
                        <a:pt x="4281" y="3027"/>
                      </a:lnTo>
                      <a:lnTo>
                        <a:pt x="4281" y="3027"/>
                      </a:lnTo>
                      <a:lnTo>
                        <a:pt x="4275" y="3103"/>
                      </a:lnTo>
                      <a:lnTo>
                        <a:pt x="4269" y="3175"/>
                      </a:lnTo>
                      <a:lnTo>
                        <a:pt x="4261" y="3242"/>
                      </a:lnTo>
                      <a:lnTo>
                        <a:pt x="4249" y="3306"/>
                      </a:lnTo>
                      <a:lnTo>
                        <a:pt x="4237" y="3370"/>
                      </a:lnTo>
                      <a:lnTo>
                        <a:pt x="4221" y="3430"/>
                      </a:lnTo>
                      <a:lnTo>
                        <a:pt x="4201" y="3488"/>
                      </a:lnTo>
                      <a:lnTo>
                        <a:pt x="4181" y="3546"/>
                      </a:lnTo>
                      <a:lnTo>
                        <a:pt x="4181" y="3546"/>
                      </a:lnTo>
                      <a:lnTo>
                        <a:pt x="4159" y="3602"/>
                      </a:lnTo>
                      <a:lnTo>
                        <a:pt x="4133" y="3654"/>
                      </a:lnTo>
                      <a:lnTo>
                        <a:pt x="4107" y="3702"/>
                      </a:lnTo>
                      <a:lnTo>
                        <a:pt x="4077" y="3750"/>
                      </a:lnTo>
                      <a:lnTo>
                        <a:pt x="4045" y="3796"/>
                      </a:lnTo>
                      <a:lnTo>
                        <a:pt x="4011" y="3840"/>
                      </a:lnTo>
                      <a:lnTo>
                        <a:pt x="3975" y="3884"/>
                      </a:lnTo>
                      <a:lnTo>
                        <a:pt x="3933" y="3926"/>
                      </a:lnTo>
                      <a:lnTo>
                        <a:pt x="3933" y="3926"/>
                      </a:lnTo>
                      <a:lnTo>
                        <a:pt x="3891" y="3968"/>
                      </a:lnTo>
                      <a:lnTo>
                        <a:pt x="3847" y="4004"/>
                      </a:lnTo>
                      <a:lnTo>
                        <a:pt x="3803" y="4040"/>
                      </a:lnTo>
                      <a:lnTo>
                        <a:pt x="3757" y="4070"/>
                      </a:lnTo>
                      <a:lnTo>
                        <a:pt x="3709" y="4100"/>
                      </a:lnTo>
                      <a:lnTo>
                        <a:pt x="3661" y="4126"/>
                      </a:lnTo>
                      <a:lnTo>
                        <a:pt x="3609" y="4152"/>
                      </a:lnTo>
                      <a:lnTo>
                        <a:pt x="3552" y="4174"/>
                      </a:lnTo>
                      <a:lnTo>
                        <a:pt x="3552" y="4174"/>
                      </a:lnTo>
                      <a:lnTo>
                        <a:pt x="3494" y="4196"/>
                      </a:lnTo>
                      <a:lnTo>
                        <a:pt x="3436" y="4214"/>
                      </a:lnTo>
                      <a:lnTo>
                        <a:pt x="3374" y="4230"/>
                      </a:lnTo>
                      <a:lnTo>
                        <a:pt x="3312" y="4242"/>
                      </a:lnTo>
                      <a:lnTo>
                        <a:pt x="3248" y="4254"/>
                      </a:lnTo>
                      <a:lnTo>
                        <a:pt x="3178" y="4262"/>
                      </a:lnTo>
                      <a:lnTo>
                        <a:pt x="3108" y="4270"/>
                      </a:lnTo>
                      <a:lnTo>
                        <a:pt x="3032" y="4274"/>
                      </a:lnTo>
                      <a:lnTo>
                        <a:pt x="3032" y="4274"/>
                      </a:lnTo>
                      <a:lnTo>
                        <a:pt x="2878" y="4280"/>
                      </a:lnTo>
                      <a:lnTo>
                        <a:pt x="2722" y="4284"/>
                      </a:lnTo>
                      <a:lnTo>
                        <a:pt x="2498" y="4286"/>
                      </a:lnTo>
                      <a:lnTo>
                        <a:pt x="2148" y="4286"/>
                      </a:lnTo>
                      <a:lnTo>
                        <a:pt x="2148" y="4286"/>
                      </a:lnTo>
                      <a:close/>
                      <a:moveTo>
                        <a:pt x="2148" y="386"/>
                      </a:moveTo>
                      <a:lnTo>
                        <a:pt x="2148" y="386"/>
                      </a:lnTo>
                      <a:lnTo>
                        <a:pt x="1801" y="388"/>
                      </a:lnTo>
                      <a:lnTo>
                        <a:pt x="1583" y="388"/>
                      </a:lnTo>
                      <a:lnTo>
                        <a:pt x="1431" y="392"/>
                      </a:lnTo>
                      <a:lnTo>
                        <a:pt x="1281" y="400"/>
                      </a:lnTo>
                      <a:lnTo>
                        <a:pt x="1281" y="400"/>
                      </a:lnTo>
                      <a:lnTo>
                        <a:pt x="1207" y="404"/>
                      </a:lnTo>
                      <a:lnTo>
                        <a:pt x="1141" y="410"/>
                      </a:lnTo>
                      <a:lnTo>
                        <a:pt x="1083" y="418"/>
                      </a:lnTo>
                      <a:lnTo>
                        <a:pt x="1031" y="428"/>
                      </a:lnTo>
                      <a:lnTo>
                        <a:pt x="987" y="440"/>
                      </a:lnTo>
                      <a:lnTo>
                        <a:pt x="947" y="450"/>
                      </a:lnTo>
                      <a:lnTo>
                        <a:pt x="913" y="462"/>
                      </a:lnTo>
                      <a:lnTo>
                        <a:pt x="883" y="472"/>
                      </a:lnTo>
                      <a:lnTo>
                        <a:pt x="883" y="472"/>
                      </a:lnTo>
                      <a:lnTo>
                        <a:pt x="845" y="488"/>
                      </a:lnTo>
                      <a:lnTo>
                        <a:pt x="813" y="504"/>
                      </a:lnTo>
                      <a:lnTo>
                        <a:pt x="781" y="520"/>
                      </a:lnTo>
                      <a:lnTo>
                        <a:pt x="749" y="540"/>
                      </a:lnTo>
                      <a:lnTo>
                        <a:pt x="721" y="560"/>
                      </a:lnTo>
                      <a:lnTo>
                        <a:pt x="690" y="582"/>
                      </a:lnTo>
                      <a:lnTo>
                        <a:pt x="662" y="606"/>
                      </a:lnTo>
                      <a:lnTo>
                        <a:pt x="634" y="634"/>
                      </a:lnTo>
                      <a:lnTo>
                        <a:pt x="634" y="634"/>
                      </a:lnTo>
                      <a:lnTo>
                        <a:pt x="608" y="662"/>
                      </a:lnTo>
                      <a:lnTo>
                        <a:pt x="584" y="690"/>
                      </a:lnTo>
                      <a:lnTo>
                        <a:pt x="562" y="718"/>
                      </a:lnTo>
                      <a:lnTo>
                        <a:pt x="542" y="746"/>
                      </a:lnTo>
                      <a:lnTo>
                        <a:pt x="522" y="778"/>
                      </a:lnTo>
                      <a:lnTo>
                        <a:pt x="506" y="810"/>
                      </a:lnTo>
                      <a:lnTo>
                        <a:pt x="490" y="844"/>
                      </a:lnTo>
                      <a:lnTo>
                        <a:pt x="474" y="880"/>
                      </a:lnTo>
                      <a:lnTo>
                        <a:pt x="474" y="880"/>
                      </a:lnTo>
                      <a:lnTo>
                        <a:pt x="464" y="910"/>
                      </a:lnTo>
                      <a:lnTo>
                        <a:pt x="452" y="944"/>
                      </a:lnTo>
                      <a:lnTo>
                        <a:pt x="440" y="984"/>
                      </a:lnTo>
                      <a:lnTo>
                        <a:pt x="430" y="1028"/>
                      </a:lnTo>
                      <a:lnTo>
                        <a:pt x="420" y="1079"/>
                      </a:lnTo>
                      <a:lnTo>
                        <a:pt x="412" y="1137"/>
                      </a:lnTo>
                      <a:lnTo>
                        <a:pt x="406" y="1203"/>
                      </a:lnTo>
                      <a:lnTo>
                        <a:pt x="400" y="1277"/>
                      </a:lnTo>
                      <a:lnTo>
                        <a:pt x="400" y="1277"/>
                      </a:lnTo>
                      <a:lnTo>
                        <a:pt x="394" y="1427"/>
                      </a:lnTo>
                      <a:lnTo>
                        <a:pt x="390" y="1579"/>
                      </a:lnTo>
                      <a:lnTo>
                        <a:pt x="388" y="1797"/>
                      </a:lnTo>
                      <a:lnTo>
                        <a:pt x="388" y="2143"/>
                      </a:lnTo>
                      <a:lnTo>
                        <a:pt x="388" y="2143"/>
                      </a:lnTo>
                      <a:lnTo>
                        <a:pt x="388" y="2489"/>
                      </a:lnTo>
                      <a:lnTo>
                        <a:pt x="390" y="2707"/>
                      </a:lnTo>
                      <a:lnTo>
                        <a:pt x="394" y="2859"/>
                      </a:lnTo>
                      <a:lnTo>
                        <a:pt x="400" y="3009"/>
                      </a:lnTo>
                      <a:lnTo>
                        <a:pt x="400" y="3009"/>
                      </a:lnTo>
                      <a:lnTo>
                        <a:pt x="406" y="3083"/>
                      </a:lnTo>
                      <a:lnTo>
                        <a:pt x="412" y="3149"/>
                      </a:lnTo>
                      <a:lnTo>
                        <a:pt x="420" y="3207"/>
                      </a:lnTo>
                      <a:lnTo>
                        <a:pt x="430" y="3258"/>
                      </a:lnTo>
                      <a:lnTo>
                        <a:pt x="440" y="3302"/>
                      </a:lnTo>
                      <a:lnTo>
                        <a:pt x="452" y="3342"/>
                      </a:lnTo>
                      <a:lnTo>
                        <a:pt x="464" y="3376"/>
                      </a:lnTo>
                      <a:lnTo>
                        <a:pt x="474" y="3406"/>
                      </a:lnTo>
                      <a:lnTo>
                        <a:pt x="474" y="3406"/>
                      </a:lnTo>
                      <a:lnTo>
                        <a:pt x="490" y="3442"/>
                      </a:lnTo>
                      <a:lnTo>
                        <a:pt x="506" y="3476"/>
                      </a:lnTo>
                      <a:lnTo>
                        <a:pt x="522" y="3508"/>
                      </a:lnTo>
                      <a:lnTo>
                        <a:pt x="542" y="3538"/>
                      </a:lnTo>
                      <a:lnTo>
                        <a:pt x="562" y="3568"/>
                      </a:lnTo>
                      <a:lnTo>
                        <a:pt x="584" y="3596"/>
                      </a:lnTo>
                      <a:lnTo>
                        <a:pt x="608" y="3624"/>
                      </a:lnTo>
                      <a:lnTo>
                        <a:pt x="634" y="3652"/>
                      </a:lnTo>
                      <a:lnTo>
                        <a:pt x="634" y="3652"/>
                      </a:lnTo>
                      <a:lnTo>
                        <a:pt x="662" y="3680"/>
                      </a:lnTo>
                      <a:lnTo>
                        <a:pt x="690" y="3704"/>
                      </a:lnTo>
                      <a:lnTo>
                        <a:pt x="721" y="3726"/>
                      </a:lnTo>
                      <a:lnTo>
                        <a:pt x="749" y="3746"/>
                      </a:lnTo>
                      <a:lnTo>
                        <a:pt x="781" y="3764"/>
                      </a:lnTo>
                      <a:lnTo>
                        <a:pt x="813" y="3782"/>
                      </a:lnTo>
                      <a:lnTo>
                        <a:pt x="847" y="3798"/>
                      </a:lnTo>
                      <a:lnTo>
                        <a:pt x="883" y="3812"/>
                      </a:lnTo>
                      <a:lnTo>
                        <a:pt x="883" y="3812"/>
                      </a:lnTo>
                      <a:lnTo>
                        <a:pt x="913" y="3824"/>
                      </a:lnTo>
                      <a:lnTo>
                        <a:pt x="947" y="3836"/>
                      </a:lnTo>
                      <a:lnTo>
                        <a:pt x="987" y="3846"/>
                      </a:lnTo>
                      <a:lnTo>
                        <a:pt x="1031" y="3858"/>
                      </a:lnTo>
                      <a:lnTo>
                        <a:pt x="1083" y="3866"/>
                      </a:lnTo>
                      <a:lnTo>
                        <a:pt x="1141" y="3876"/>
                      </a:lnTo>
                      <a:lnTo>
                        <a:pt x="1207" y="3882"/>
                      </a:lnTo>
                      <a:lnTo>
                        <a:pt x="1281" y="3886"/>
                      </a:lnTo>
                      <a:lnTo>
                        <a:pt x="1281" y="3886"/>
                      </a:lnTo>
                      <a:lnTo>
                        <a:pt x="1431" y="3892"/>
                      </a:lnTo>
                      <a:lnTo>
                        <a:pt x="1583" y="3896"/>
                      </a:lnTo>
                      <a:lnTo>
                        <a:pt x="1801" y="3898"/>
                      </a:lnTo>
                      <a:lnTo>
                        <a:pt x="2148" y="3900"/>
                      </a:lnTo>
                      <a:lnTo>
                        <a:pt x="2148" y="3900"/>
                      </a:lnTo>
                      <a:lnTo>
                        <a:pt x="2492" y="3898"/>
                      </a:lnTo>
                      <a:lnTo>
                        <a:pt x="2712" y="3896"/>
                      </a:lnTo>
                      <a:lnTo>
                        <a:pt x="2864" y="3892"/>
                      </a:lnTo>
                      <a:lnTo>
                        <a:pt x="3014" y="3886"/>
                      </a:lnTo>
                      <a:lnTo>
                        <a:pt x="3014" y="3886"/>
                      </a:lnTo>
                      <a:lnTo>
                        <a:pt x="3088" y="3882"/>
                      </a:lnTo>
                      <a:lnTo>
                        <a:pt x="3154" y="3876"/>
                      </a:lnTo>
                      <a:lnTo>
                        <a:pt x="3212" y="3866"/>
                      </a:lnTo>
                      <a:lnTo>
                        <a:pt x="3264" y="3858"/>
                      </a:lnTo>
                      <a:lnTo>
                        <a:pt x="3308" y="3846"/>
                      </a:lnTo>
                      <a:lnTo>
                        <a:pt x="3348" y="3836"/>
                      </a:lnTo>
                      <a:lnTo>
                        <a:pt x="3382" y="3824"/>
                      </a:lnTo>
                      <a:lnTo>
                        <a:pt x="3412" y="3812"/>
                      </a:lnTo>
                      <a:lnTo>
                        <a:pt x="3412" y="3812"/>
                      </a:lnTo>
                      <a:lnTo>
                        <a:pt x="3448" y="3798"/>
                      </a:lnTo>
                      <a:lnTo>
                        <a:pt x="3482" y="3782"/>
                      </a:lnTo>
                      <a:lnTo>
                        <a:pt x="3514" y="3764"/>
                      </a:lnTo>
                      <a:lnTo>
                        <a:pt x="3544" y="3746"/>
                      </a:lnTo>
                      <a:lnTo>
                        <a:pt x="3574" y="3726"/>
                      </a:lnTo>
                      <a:lnTo>
                        <a:pt x="3603" y="3704"/>
                      </a:lnTo>
                      <a:lnTo>
                        <a:pt x="3631" y="3680"/>
                      </a:lnTo>
                      <a:lnTo>
                        <a:pt x="3659" y="3652"/>
                      </a:lnTo>
                      <a:lnTo>
                        <a:pt x="3659" y="3652"/>
                      </a:lnTo>
                      <a:lnTo>
                        <a:pt x="3687" y="3624"/>
                      </a:lnTo>
                      <a:lnTo>
                        <a:pt x="3711" y="3596"/>
                      </a:lnTo>
                      <a:lnTo>
                        <a:pt x="3733" y="3568"/>
                      </a:lnTo>
                      <a:lnTo>
                        <a:pt x="3753" y="3538"/>
                      </a:lnTo>
                      <a:lnTo>
                        <a:pt x="3771" y="3508"/>
                      </a:lnTo>
                      <a:lnTo>
                        <a:pt x="3789" y="3476"/>
                      </a:lnTo>
                      <a:lnTo>
                        <a:pt x="3805" y="3442"/>
                      </a:lnTo>
                      <a:lnTo>
                        <a:pt x="3819" y="3406"/>
                      </a:lnTo>
                      <a:lnTo>
                        <a:pt x="3819" y="3406"/>
                      </a:lnTo>
                      <a:lnTo>
                        <a:pt x="3831" y="3376"/>
                      </a:lnTo>
                      <a:lnTo>
                        <a:pt x="3843" y="3342"/>
                      </a:lnTo>
                      <a:lnTo>
                        <a:pt x="3853" y="3302"/>
                      </a:lnTo>
                      <a:lnTo>
                        <a:pt x="3863" y="3258"/>
                      </a:lnTo>
                      <a:lnTo>
                        <a:pt x="3873" y="3207"/>
                      </a:lnTo>
                      <a:lnTo>
                        <a:pt x="3881" y="3149"/>
                      </a:lnTo>
                      <a:lnTo>
                        <a:pt x="3889" y="3083"/>
                      </a:lnTo>
                      <a:lnTo>
                        <a:pt x="3893" y="3009"/>
                      </a:lnTo>
                      <a:lnTo>
                        <a:pt x="3893" y="3009"/>
                      </a:lnTo>
                      <a:lnTo>
                        <a:pt x="3899" y="2859"/>
                      </a:lnTo>
                      <a:lnTo>
                        <a:pt x="3903" y="2705"/>
                      </a:lnTo>
                      <a:lnTo>
                        <a:pt x="3905" y="2487"/>
                      </a:lnTo>
                      <a:lnTo>
                        <a:pt x="3905" y="2143"/>
                      </a:lnTo>
                      <a:lnTo>
                        <a:pt x="3905" y="2143"/>
                      </a:lnTo>
                      <a:lnTo>
                        <a:pt x="3905" y="1797"/>
                      </a:lnTo>
                      <a:lnTo>
                        <a:pt x="3903" y="1579"/>
                      </a:lnTo>
                      <a:lnTo>
                        <a:pt x="3899" y="1427"/>
                      </a:lnTo>
                      <a:lnTo>
                        <a:pt x="3893" y="1277"/>
                      </a:lnTo>
                      <a:lnTo>
                        <a:pt x="3893" y="1277"/>
                      </a:lnTo>
                      <a:lnTo>
                        <a:pt x="3889" y="1203"/>
                      </a:lnTo>
                      <a:lnTo>
                        <a:pt x="3881" y="1137"/>
                      </a:lnTo>
                      <a:lnTo>
                        <a:pt x="3873" y="1079"/>
                      </a:lnTo>
                      <a:lnTo>
                        <a:pt x="3863" y="1028"/>
                      </a:lnTo>
                      <a:lnTo>
                        <a:pt x="3853" y="984"/>
                      </a:lnTo>
                      <a:lnTo>
                        <a:pt x="3843" y="944"/>
                      </a:lnTo>
                      <a:lnTo>
                        <a:pt x="3831" y="910"/>
                      </a:lnTo>
                      <a:lnTo>
                        <a:pt x="3819" y="880"/>
                      </a:lnTo>
                      <a:lnTo>
                        <a:pt x="3819" y="880"/>
                      </a:lnTo>
                      <a:lnTo>
                        <a:pt x="3805" y="844"/>
                      </a:lnTo>
                      <a:lnTo>
                        <a:pt x="3789" y="810"/>
                      </a:lnTo>
                      <a:lnTo>
                        <a:pt x="3771" y="778"/>
                      </a:lnTo>
                      <a:lnTo>
                        <a:pt x="3753" y="746"/>
                      </a:lnTo>
                      <a:lnTo>
                        <a:pt x="3733" y="718"/>
                      </a:lnTo>
                      <a:lnTo>
                        <a:pt x="3711" y="690"/>
                      </a:lnTo>
                      <a:lnTo>
                        <a:pt x="3687" y="662"/>
                      </a:lnTo>
                      <a:lnTo>
                        <a:pt x="3659" y="634"/>
                      </a:lnTo>
                      <a:lnTo>
                        <a:pt x="3659" y="634"/>
                      </a:lnTo>
                      <a:lnTo>
                        <a:pt x="3631" y="606"/>
                      </a:lnTo>
                      <a:lnTo>
                        <a:pt x="3603" y="582"/>
                      </a:lnTo>
                      <a:lnTo>
                        <a:pt x="3574" y="560"/>
                      </a:lnTo>
                      <a:lnTo>
                        <a:pt x="3544" y="540"/>
                      </a:lnTo>
                      <a:lnTo>
                        <a:pt x="3514" y="520"/>
                      </a:lnTo>
                      <a:lnTo>
                        <a:pt x="3482" y="504"/>
                      </a:lnTo>
                      <a:lnTo>
                        <a:pt x="3448" y="488"/>
                      </a:lnTo>
                      <a:lnTo>
                        <a:pt x="3412" y="472"/>
                      </a:lnTo>
                      <a:lnTo>
                        <a:pt x="3412" y="472"/>
                      </a:lnTo>
                      <a:lnTo>
                        <a:pt x="3382" y="462"/>
                      </a:lnTo>
                      <a:lnTo>
                        <a:pt x="3348" y="450"/>
                      </a:lnTo>
                      <a:lnTo>
                        <a:pt x="3308" y="440"/>
                      </a:lnTo>
                      <a:lnTo>
                        <a:pt x="3264" y="428"/>
                      </a:lnTo>
                      <a:lnTo>
                        <a:pt x="3212" y="418"/>
                      </a:lnTo>
                      <a:lnTo>
                        <a:pt x="3154" y="410"/>
                      </a:lnTo>
                      <a:lnTo>
                        <a:pt x="3088" y="404"/>
                      </a:lnTo>
                      <a:lnTo>
                        <a:pt x="3014" y="400"/>
                      </a:lnTo>
                      <a:lnTo>
                        <a:pt x="3014" y="400"/>
                      </a:lnTo>
                      <a:lnTo>
                        <a:pt x="2864" y="392"/>
                      </a:lnTo>
                      <a:lnTo>
                        <a:pt x="2712" y="388"/>
                      </a:lnTo>
                      <a:lnTo>
                        <a:pt x="2492" y="388"/>
                      </a:lnTo>
                      <a:lnTo>
                        <a:pt x="2148" y="386"/>
                      </a:lnTo>
                      <a:lnTo>
                        <a:pt x="2148" y="386"/>
                      </a:lnTo>
                      <a:close/>
                    </a:path>
                  </a:pathLst>
                </a:custGeom>
                <a:grpFill/>
                <a:ln w="9525">
                  <a:noFill/>
                  <a:round/>
                </a:ln>
              </p:spPr>
              <p:txBody>
                <a:bodyPr vert="horz" wrap="square" lIns="91440" tIns="45720" rIns="91440" bIns="45720" numCol="1" anchor="t" anchorCtr="0" compatLnSpc="1"/>
                <a:lstStyle/>
                <a:p>
                  <a:endParaRPr lang="id-ID" sz="1125"/>
                </a:p>
              </p:txBody>
            </p:sp>
            <p:sp>
              <p:nvSpPr>
                <p:cNvPr id="13" name="Freeform 10"/>
                <p:cNvSpPr/>
                <p:nvPr/>
              </p:nvSpPr>
              <p:spPr bwMode="auto">
                <a:xfrm>
                  <a:off x="2622044" y="989172"/>
                  <a:ext cx="87052" cy="86546"/>
                </a:xfrm>
                <a:custGeom>
                  <a:avLst/>
                  <a:gdLst>
                    <a:gd name="T0" fmla="*/ 516 w 516"/>
                    <a:gd name="T1" fmla="*/ 258 h 513"/>
                    <a:gd name="T2" fmla="*/ 510 w 516"/>
                    <a:gd name="T3" fmla="*/ 310 h 513"/>
                    <a:gd name="T4" fmla="*/ 496 w 516"/>
                    <a:gd name="T5" fmla="*/ 357 h 513"/>
                    <a:gd name="T6" fmla="*/ 472 w 516"/>
                    <a:gd name="T7" fmla="*/ 401 h 513"/>
                    <a:gd name="T8" fmla="*/ 440 w 516"/>
                    <a:gd name="T9" fmla="*/ 439 h 513"/>
                    <a:gd name="T10" fmla="*/ 402 w 516"/>
                    <a:gd name="T11" fmla="*/ 469 h 513"/>
                    <a:gd name="T12" fmla="*/ 358 w 516"/>
                    <a:gd name="T13" fmla="*/ 493 h 513"/>
                    <a:gd name="T14" fmla="*/ 310 w 516"/>
                    <a:gd name="T15" fmla="*/ 509 h 513"/>
                    <a:gd name="T16" fmla="*/ 258 w 516"/>
                    <a:gd name="T17" fmla="*/ 513 h 513"/>
                    <a:gd name="T18" fmla="*/ 232 w 516"/>
                    <a:gd name="T19" fmla="*/ 513 h 513"/>
                    <a:gd name="T20" fmla="*/ 182 w 516"/>
                    <a:gd name="T21" fmla="*/ 501 h 513"/>
                    <a:gd name="T22" fmla="*/ 136 w 516"/>
                    <a:gd name="T23" fmla="*/ 483 h 513"/>
                    <a:gd name="T24" fmla="*/ 94 w 516"/>
                    <a:gd name="T25" fmla="*/ 455 h 513"/>
                    <a:gd name="T26" fmla="*/ 60 w 516"/>
                    <a:gd name="T27" fmla="*/ 419 h 513"/>
                    <a:gd name="T28" fmla="*/ 32 w 516"/>
                    <a:gd name="T29" fmla="*/ 379 h 513"/>
                    <a:gd name="T30" fmla="*/ 12 w 516"/>
                    <a:gd name="T31" fmla="*/ 333 h 513"/>
                    <a:gd name="T32" fmla="*/ 2 w 516"/>
                    <a:gd name="T33" fmla="*/ 284 h 513"/>
                    <a:gd name="T34" fmla="*/ 0 w 516"/>
                    <a:gd name="T35" fmla="*/ 258 h 513"/>
                    <a:gd name="T36" fmla="*/ 6 w 516"/>
                    <a:gd name="T37" fmla="*/ 206 h 513"/>
                    <a:gd name="T38" fmla="*/ 22 w 516"/>
                    <a:gd name="T39" fmla="*/ 158 h 513"/>
                    <a:gd name="T40" fmla="*/ 44 w 516"/>
                    <a:gd name="T41" fmla="*/ 114 h 513"/>
                    <a:gd name="T42" fmla="*/ 76 w 516"/>
                    <a:gd name="T43" fmla="*/ 76 h 513"/>
                    <a:gd name="T44" fmla="*/ 114 w 516"/>
                    <a:gd name="T45" fmla="*/ 44 h 513"/>
                    <a:gd name="T46" fmla="*/ 158 w 516"/>
                    <a:gd name="T47" fmla="*/ 20 h 513"/>
                    <a:gd name="T48" fmla="*/ 206 w 516"/>
                    <a:gd name="T49" fmla="*/ 6 h 513"/>
                    <a:gd name="T50" fmla="*/ 258 w 516"/>
                    <a:gd name="T51" fmla="*/ 0 h 513"/>
                    <a:gd name="T52" fmla="*/ 284 w 516"/>
                    <a:gd name="T53" fmla="*/ 2 h 513"/>
                    <a:gd name="T54" fmla="*/ 334 w 516"/>
                    <a:gd name="T55" fmla="*/ 12 h 513"/>
                    <a:gd name="T56" fmla="*/ 380 w 516"/>
                    <a:gd name="T57" fmla="*/ 30 h 513"/>
                    <a:gd name="T58" fmla="*/ 422 w 516"/>
                    <a:gd name="T59" fmla="*/ 58 h 513"/>
                    <a:gd name="T60" fmla="*/ 456 w 516"/>
                    <a:gd name="T61" fmla="*/ 94 h 513"/>
                    <a:gd name="T62" fmla="*/ 484 w 516"/>
                    <a:gd name="T63" fmla="*/ 134 h 513"/>
                    <a:gd name="T64" fmla="*/ 504 w 516"/>
                    <a:gd name="T65" fmla="*/ 180 h 513"/>
                    <a:gd name="T66" fmla="*/ 514 w 516"/>
                    <a:gd name="T67" fmla="*/ 23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6" h="513">
                      <a:moveTo>
                        <a:pt x="516" y="258"/>
                      </a:moveTo>
                      <a:lnTo>
                        <a:pt x="516" y="258"/>
                      </a:lnTo>
                      <a:lnTo>
                        <a:pt x="514" y="284"/>
                      </a:lnTo>
                      <a:lnTo>
                        <a:pt x="510" y="310"/>
                      </a:lnTo>
                      <a:lnTo>
                        <a:pt x="504" y="333"/>
                      </a:lnTo>
                      <a:lnTo>
                        <a:pt x="496" y="357"/>
                      </a:lnTo>
                      <a:lnTo>
                        <a:pt x="484" y="379"/>
                      </a:lnTo>
                      <a:lnTo>
                        <a:pt x="472" y="401"/>
                      </a:lnTo>
                      <a:lnTo>
                        <a:pt x="456" y="419"/>
                      </a:lnTo>
                      <a:lnTo>
                        <a:pt x="440" y="439"/>
                      </a:lnTo>
                      <a:lnTo>
                        <a:pt x="422" y="455"/>
                      </a:lnTo>
                      <a:lnTo>
                        <a:pt x="402" y="469"/>
                      </a:lnTo>
                      <a:lnTo>
                        <a:pt x="380" y="483"/>
                      </a:lnTo>
                      <a:lnTo>
                        <a:pt x="358" y="493"/>
                      </a:lnTo>
                      <a:lnTo>
                        <a:pt x="334" y="501"/>
                      </a:lnTo>
                      <a:lnTo>
                        <a:pt x="310" y="509"/>
                      </a:lnTo>
                      <a:lnTo>
                        <a:pt x="284" y="513"/>
                      </a:lnTo>
                      <a:lnTo>
                        <a:pt x="258" y="513"/>
                      </a:lnTo>
                      <a:lnTo>
                        <a:pt x="258" y="513"/>
                      </a:lnTo>
                      <a:lnTo>
                        <a:pt x="232" y="513"/>
                      </a:lnTo>
                      <a:lnTo>
                        <a:pt x="206" y="509"/>
                      </a:lnTo>
                      <a:lnTo>
                        <a:pt x="182" y="501"/>
                      </a:lnTo>
                      <a:lnTo>
                        <a:pt x="158" y="493"/>
                      </a:lnTo>
                      <a:lnTo>
                        <a:pt x="136" y="483"/>
                      </a:lnTo>
                      <a:lnTo>
                        <a:pt x="114" y="469"/>
                      </a:lnTo>
                      <a:lnTo>
                        <a:pt x="94" y="455"/>
                      </a:lnTo>
                      <a:lnTo>
                        <a:pt x="76" y="439"/>
                      </a:lnTo>
                      <a:lnTo>
                        <a:pt x="60" y="419"/>
                      </a:lnTo>
                      <a:lnTo>
                        <a:pt x="44" y="401"/>
                      </a:lnTo>
                      <a:lnTo>
                        <a:pt x="32" y="379"/>
                      </a:lnTo>
                      <a:lnTo>
                        <a:pt x="22" y="357"/>
                      </a:lnTo>
                      <a:lnTo>
                        <a:pt x="12" y="333"/>
                      </a:lnTo>
                      <a:lnTo>
                        <a:pt x="6" y="310"/>
                      </a:lnTo>
                      <a:lnTo>
                        <a:pt x="2" y="284"/>
                      </a:lnTo>
                      <a:lnTo>
                        <a:pt x="0" y="258"/>
                      </a:lnTo>
                      <a:lnTo>
                        <a:pt x="0" y="258"/>
                      </a:lnTo>
                      <a:lnTo>
                        <a:pt x="2" y="230"/>
                      </a:lnTo>
                      <a:lnTo>
                        <a:pt x="6" y="206"/>
                      </a:lnTo>
                      <a:lnTo>
                        <a:pt x="12" y="180"/>
                      </a:lnTo>
                      <a:lnTo>
                        <a:pt x="22" y="158"/>
                      </a:lnTo>
                      <a:lnTo>
                        <a:pt x="32" y="134"/>
                      </a:lnTo>
                      <a:lnTo>
                        <a:pt x="44" y="114"/>
                      </a:lnTo>
                      <a:lnTo>
                        <a:pt x="60" y="94"/>
                      </a:lnTo>
                      <a:lnTo>
                        <a:pt x="76" y="76"/>
                      </a:lnTo>
                      <a:lnTo>
                        <a:pt x="94" y="58"/>
                      </a:lnTo>
                      <a:lnTo>
                        <a:pt x="114" y="44"/>
                      </a:lnTo>
                      <a:lnTo>
                        <a:pt x="136" y="30"/>
                      </a:lnTo>
                      <a:lnTo>
                        <a:pt x="158" y="20"/>
                      </a:lnTo>
                      <a:lnTo>
                        <a:pt x="182" y="12"/>
                      </a:lnTo>
                      <a:lnTo>
                        <a:pt x="206" y="6"/>
                      </a:lnTo>
                      <a:lnTo>
                        <a:pt x="232" y="2"/>
                      </a:lnTo>
                      <a:lnTo>
                        <a:pt x="258" y="0"/>
                      </a:lnTo>
                      <a:lnTo>
                        <a:pt x="258" y="0"/>
                      </a:lnTo>
                      <a:lnTo>
                        <a:pt x="284" y="2"/>
                      </a:lnTo>
                      <a:lnTo>
                        <a:pt x="310" y="6"/>
                      </a:lnTo>
                      <a:lnTo>
                        <a:pt x="334" y="12"/>
                      </a:lnTo>
                      <a:lnTo>
                        <a:pt x="358" y="20"/>
                      </a:lnTo>
                      <a:lnTo>
                        <a:pt x="380" y="30"/>
                      </a:lnTo>
                      <a:lnTo>
                        <a:pt x="402" y="44"/>
                      </a:lnTo>
                      <a:lnTo>
                        <a:pt x="422" y="58"/>
                      </a:lnTo>
                      <a:lnTo>
                        <a:pt x="440" y="76"/>
                      </a:lnTo>
                      <a:lnTo>
                        <a:pt x="456" y="94"/>
                      </a:lnTo>
                      <a:lnTo>
                        <a:pt x="472" y="114"/>
                      </a:lnTo>
                      <a:lnTo>
                        <a:pt x="484" y="134"/>
                      </a:lnTo>
                      <a:lnTo>
                        <a:pt x="496" y="158"/>
                      </a:lnTo>
                      <a:lnTo>
                        <a:pt x="504" y="180"/>
                      </a:lnTo>
                      <a:lnTo>
                        <a:pt x="510" y="206"/>
                      </a:lnTo>
                      <a:lnTo>
                        <a:pt x="514" y="230"/>
                      </a:lnTo>
                      <a:lnTo>
                        <a:pt x="516" y="258"/>
                      </a:lnTo>
                    </a:path>
                  </a:pathLst>
                </a:custGeom>
                <a:grpFill/>
                <a:ln w="9525">
                  <a:noFill/>
                  <a:round/>
                </a:ln>
              </p:spPr>
              <p:txBody>
                <a:bodyPr vert="horz" wrap="square" lIns="91440" tIns="45720" rIns="91440" bIns="45720" numCol="1" anchor="t" anchorCtr="0" compatLnSpc="1"/>
                <a:lstStyle/>
                <a:p>
                  <a:endParaRPr lang="id-ID" sz="1125"/>
                </a:p>
              </p:txBody>
            </p:sp>
          </p:grpSp>
          <p:sp>
            <p:nvSpPr>
              <p:cNvPr id="11" name="Oval 10"/>
              <p:cNvSpPr/>
              <p:nvPr/>
            </p:nvSpPr>
            <p:spPr>
              <a:xfrm>
                <a:off x="2320736" y="1073949"/>
                <a:ext cx="303163" cy="303163"/>
              </a:xfrm>
              <a:prstGeom prst="ellipse">
                <a:avLst/>
              </a:prstGeom>
              <a:noFill/>
              <a:ln w="22225">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grpSp>
      </p:grpSp>
      <p:sp>
        <p:nvSpPr>
          <p:cNvPr id="14" name="TextBox 13"/>
          <p:cNvSpPr txBox="1"/>
          <p:nvPr userDrawn="1"/>
        </p:nvSpPr>
        <p:spPr>
          <a:xfrm>
            <a:off x="9437335" y="6266747"/>
            <a:ext cx="2230692" cy="246221"/>
          </a:xfrm>
          <a:prstGeom prst="rect">
            <a:avLst/>
          </a:prstGeom>
          <a:noFill/>
        </p:spPr>
        <p:txBody>
          <a:bodyPr wrap="square" rtlCol="0">
            <a:spAutoFit/>
          </a:bodyPr>
          <a:lstStyle/>
          <a:p>
            <a:pPr algn="r"/>
            <a:r>
              <a:rPr lang="id-ID" sz="1000" strike="noStrike" spc="375" dirty="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rPr>
              <a:t>WWW.WEBSITE.COM</a:t>
            </a:r>
            <a:endParaRPr lang="id-ID" sz="1000" strike="noStrike" spc="375" dirty="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grpSp>
        <p:nvGrpSpPr>
          <p:cNvPr id="15" name="Group 14"/>
          <p:cNvGrpSpPr/>
          <p:nvPr userDrawn="1"/>
        </p:nvGrpSpPr>
        <p:grpSpPr>
          <a:xfrm>
            <a:off x="539037" y="6266740"/>
            <a:ext cx="2209534" cy="246221"/>
            <a:chOff x="1021995" y="9934119"/>
            <a:chExt cx="3529788" cy="393954"/>
          </a:xfrm>
        </p:grpSpPr>
        <p:sp>
          <p:nvSpPr>
            <p:cNvPr id="16" name="Freeform 62"/>
            <p:cNvSpPr>
              <a:spLocks noEditPoints="1"/>
            </p:cNvSpPr>
            <p:nvPr/>
          </p:nvSpPr>
          <p:spPr bwMode="auto">
            <a:xfrm>
              <a:off x="1021995" y="10010675"/>
              <a:ext cx="219920" cy="216220"/>
            </a:xfrm>
            <a:custGeom>
              <a:avLst/>
              <a:gdLst>
                <a:gd name="T0" fmla="*/ 92739 w 55"/>
                <a:gd name="T1" fmla="*/ 185737 h 54"/>
                <a:gd name="T2" fmla="*/ 0 w 55"/>
                <a:gd name="T3" fmla="*/ 92869 h 54"/>
                <a:gd name="T4" fmla="*/ 92739 w 55"/>
                <a:gd name="T5" fmla="*/ 0 h 54"/>
                <a:gd name="T6" fmla="*/ 188913 w 55"/>
                <a:gd name="T7" fmla="*/ 92869 h 54"/>
                <a:gd name="T8" fmla="*/ 92739 w 55"/>
                <a:gd name="T9" fmla="*/ 185737 h 54"/>
                <a:gd name="T10" fmla="*/ 13739 w 55"/>
                <a:gd name="T11" fmla="*/ 92869 h 54"/>
                <a:gd name="T12" fmla="*/ 92739 w 55"/>
                <a:gd name="T13" fmla="*/ 171979 h 54"/>
                <a:gd name="T14" fmla="*/ 171739 w 55"/>
                <a:gd name="T15" fmla="*/ 92869 h 54"/>
                <a:gd name="T16" fmla="*/ 92739 w 55"/>
                <a:gd name="T17" fmla="*/ 13758 h 54"/>
                <a:gd name="T18" fmla="*/ 13739 w 55"/>
                <a:gd name="T19" fmla="*/ 92869 h 54"/>
                <a:gd name="T20" fmla="*/ 140826 w 55"/>
                <a:gd name="T21" fmla="*/ 127264 h 54"/>
                <a:gd name="T22" fmla="*/ 96174 w 55"/>
                <a:gd name="T23" fmla="*/ 151341 h 54"/>
                <a:gd name="T24" fmla="*/ 37783 w 55"/>
                <a:gd name="T25" fmla="*/ 92869 h 54"/>
                <a:gd name="T26" fmla="*/ 96174 w 55"/>
                <a:gd name="T27" fmla="*/ 34396 h 54"/>
                <a:gd name="T28" fmla="*/ 137391 w 55"/>
                <a:gd name="T29" fmla="*/ 58473 h 54"/>
                <a:gd name="T30" fmla="*/ 137391 w 55"/>
                <a:gd name="T31" fmla="*/ 72231 h 54"/>
                <a:gd name="T32" fmla="*/ 137391 w 55"/>
                <a:gd name="T33" fmla="*/ 72231 h 54"/>
                <a:gd name="T34" fmla="*/ 123652 w 55"/>
                <a:gd name="T35" fmla="*/ 72231 h 54"/>
                <a:gd name="T36" fmla="*/ 120217 w 55"/>
                <a:gd name="T37" fmla="*/ 72231 h 54"/>
                <a:gd name="T38" fmla="*/ 120217 w 55"/>
                <a:gd name="T39" fmla="*/ 61912 h 54"/>
                <a:gd name="T40" fmla="*/ 96174 w 55"/>
                <a:gd name="T41" fmla="*/ 51594 h 54"/>
                <a:gd name="T42" fmla="*/ 54957 w 55"/>
                <a:gd name="T43" fmla="*/ 92869 h 54"/>
                <a:gd name="T44" fmla="*/ 96174 w 55"/>
                <a:gd name="T45" fmla="*/ 134143 h 54"/>
                <a:gd name="T46" fmla="*/ 120217 w 55"/>
                <a:gd name="T47" fmla="*/ 123825 h 54"/>
                <a:gd name="T48" fmla="*/ 120217 w 55"/>
                <a:gd name="T49" fmla="*/ 113506 h 54"/>
                <a:gd name="T50" fmla="*/ 123652 w 55"/>
                <a:gd name="T51" fmla="*/ 113506 h 54"/>
                <a:gd name="T52" fmla="*/ 137391 w 55"/>
                <a:gd name="T53" fmla="*/ 113506 h 54"/>
                <a:gd name="T54" fmla="*/ 140826 w 55"/>
                <a:gd name="T55" fmla="*/ 113506 h 54"/>
                <a:gd name="T56" fmla="*/ 140826 w 55"/>
                <a:gd name="T57" fmla="*/ 127264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54">
                  <a:moveTo>
                    <a:pt x="27" y="54"/>
                  </a:moveTo>
                  <a:cubicBezTo>
                    <a:pt x="12" y="54"/>
                    <a:pt x="0" y="42"/>
                    <a:pt x="0" y="27"/>
                  </a:cubicBezTo>
                  <a:cubicBezTo>
                    <a:pt x="0" y="12"/>
                    <a:pt x="12" y="0"/>
                    <a:pt x="27" y="0"/>
                  </a:cubicBezTo>
                  <a:cubicBezTo>
                    <a:pt x="42" y="0"/>
                    <a:pt x="55" y="12"/>
                    <a:pt x="55" y="27"/>
                  </a:cubicBezTo>
                  <a:cubicBezTo>
                    <a:pt x="55" y="42"/>
                    <a:pt x="42" y="54"/>
                    <a:pt x="27" y="54"/>
                  </a:cubicBezTo>
                  <a:close/>
                  <a:moveTo>
                    <a:pt x="4" y="27"/>
                  </a:moveTo>
                  <a:cubicBezTo>
                    <a:pt x="4" y="40"/>
                    <a:pt x="15" y="50"/>
                    <a:pt x="27" y="50"/>
                  </a:cubicBezTo>
                  <a:cubicBezTo>
                    <a:pt x="40" y="50"/>
                    <a:pt x="50" y="40"/>
                    <a:pt x="50" y="27"/>
                  </a:cubicBezTo>
                  <a:cubicBezTo>
                    <a:pt x="50" y="14"/>
                    <a:pt x="40" y="4"/>
                    <a:pt x="27" y="4"/>
                  </a:cubicBezTo>
                  <a:cubicBezTo>
                    <a:pt x="15" y="4"/>
                    <a:pt x="4" y="14"/>
                    <a:pt x="4" y="27"/>
                  </a:cubicBezTo>
                  <a:close/>
                  <a:moveTo>
                    <a:pt x="41" y="37"/>
                  </a:moveTo>
                  <a:cubicBezTo>
                    <a:pt x="41" y="42"/>
                    <a:pt x="33" y="44"/>
                    <a:pt x="28" y="44"/>
                  </a:cubicBezTo>
                  <a:cubicBezTo>
                    <a:pt x="18" y="44"/>
                    <a:pt x="11" y="37"/>
                    <a:pt x="11" y="27"/>
                  </a:cubicBezTo>
                  <a:cubicBezTo>
                    <a:pt x="11" y="17"/>
                    <a:pt x="18" y="10"/>
                    <a:pt x="28" y="10"/>
                  </a:cubicBezTo>
                  <a:cubicBezTo>
                    <a:pt x="31" y="10"/>
                    <a:pt x="40" y="11"/>
                    <a:pt x="40" y="17"/>
                  </a:cubicBezTo>
                  <a:cubicBezTo>
                    <a:pt x="40" y="21"/>
                    <a:pt x="40" y="21"/>
                    <a:pt x="40" y="21"/>
                  </a:cubicBezTo>
                  <a:cubicBezTo>
                    <a:pt x="40" y="21"/>
                    <a:pt x="40" y="21"/>
                    <a:pt x="40" y="21"/>
                  </a:cubicBezTo>
                  <a:cubicBezTo>
                    <a:pt x="36" y="21"/>
                    <a:pt x="36" y="21"/>
                    <a:pt x="36" y="21"/>
                  </a:cubicBezTo>
                  <a:cubicBezTo>
                    <a:pt x="35" y="21"/>
                    <a:pt x="35" y="21"/>
                    <a:pt x="35" y="21"/>
                  </a:cubicBezTo>
                  <a:cubicBezTo>
                    <a:pt x="35" y="18"/>
                    <a:pt x="35" y="18"/>
                    <a:pt x="35" y="18"/>
                  </a:cubicBezTo>
                  <a:cubicBezTo>
                    <a:pt x="35" y="16"/>
                    <a:pt x="31" y="15"/>
                    <a:pt x="28" y="15"/>
                  </a:cubicBezTo>
                  <a:cubicBezTo>
                    <a:pt x="21" y="15"/>
                    <a:pt x="16" y="20"/>
                    <a:pt x="16" y="27"/>
                  </a:cubicBezTo>
                  <a:cubicBezTo>
                    <a:pt x="16" y="34"/>
                    <a:pt x="21" y="39"/>
                    <a:pt x="28" y="39"/>
                  </a:cubicBezTo>
                  <a:cubicBezTo>
                    <a:pt x="31" y="39"/>
                    <a:pt x="35" y="38"/>
                    <a:pt x="35" y="36"/>
                  </a:cubicBezTo>
                  <a:cubicBezTo>
                    <a:pt x="35" y="33"/>
                    <a:pt x="35" y="33"/>
                    <a:pt x="35" y="33"/>
                  </a:cubicBezTo>
                  <a:cubicBezTo>
                    <a:pt x="35" y="33"/>
                    <a:pt x="36" y="33"/>
                    <a:pt x="36" y="33"/>
                  </a:cubicBezTo>
                  <a:cubicBezTo>
                    <a:pt x="40" y="33"/>
                    <a:pt x="40" y="33"/>
                    <a:pt x="40" y="33"/>
                  </a:cubicBezTo>
                  <a:cubicBezTo>
                    <a:pt x="41" y="33"/>
                    <a:pt x="41" y="33"/>
                    <a:pt x="41" y="33"/>
                  </a:cubicBezTo>
                  <a:lnTo>
                    <a:pt x="41" y="37"/>
                  </a:lnTo>
                  <a:close/>
                </a:path>
              </a:pathLst>
            </a:custGeom>
            <a:solidFill>
              <a:schemeClr val="bg1">
                <a:alpha val="30000"/>
              </a:schemeClr>
            </a:solidFill>
            <a:ln>
              <a:noFill/>
            </a:ln>
          </p:spPr>
          <p:txBody>
            <a:bodyPr/>
            <a:lstStyle/>
            <a:p>
              <a:pPr algn="l"/>
              <a:endParaRPr lang="en-US" sz="1000" dirty="0">
                <a:solidFill>
                  <a:schemeClr val="bg1">
                    <a:alpha val="30000"/>
                  </a:schemeClr>
                </a:solidFill>
                <a:latin typeface="Geomanist Regular" panose="02000503000000020004" pitchFamily="50" charset="0"/>
                <a:ea typeface="Roboto Condensed" panose="02000000000000000000" pitchFamily="2" charset="0"/>
              </a:endParaRPr>
            </a:p>
          </p:txBody>
        </p:sp>
        <p:sp>
          <p:nvSpPr>
            <p:cNvPr id="17" name="TextBox 16"/>
            <p:cNvSpPr txBox="1"/>
            <p:nvPr/>
          </p:nvSpPr>
          <p:spPr>
            <a:xfrm>
              <a:off x="1301976" y="9934119"/>
              <a:ext cx="3249807" cy="393954"/>
            </a:xfrm>
            <a:prstGeom prst="rect">
              <a:avLst/>
            </a:prstGeom>
            <a:noFill/>
          </p:spPr>
          <p:txBody>
            <a:bodyPr wrap="none" rtlCol="0">
              <a:spAutoFit/>
            </a:bodyPr>
            <a:lstStyle/>
            <a:p>
              <a:pPr algn="l"/>
              <a:r>
                <a:rPr lang="en-US" sz="1000" spc="188" dirty="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rPr>
                <a:t>GROOVY2017.ALL RIGHTS</a:t>
              </a:r>
              <a:endParaRPr lang="id-ID" sz="1000" spc="188" dirty="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grpSp>
      <p:sp>
        <p:nvSpPr>
          <p:cNvPr id="18" name="Oval 17"/>
          <p:cNvSpPr/>
          <p:nvPr userDrawn="1"/>
        </p:nvSpPr>
        <p:spPr>
          <a:xfrm>
            <a:off x="11753063" y="-438259"/>
            <a:ext cx="877875" cy="876518"/>
          </a:xfrm>
          <a:prstGeom prst="ellipse">
            <a:avLst/>
          </a:prstGeom>
          <a:solidFill>
            <a:schemeClr val="bg1">
              <a:lumMod val="9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9" name="Diamond 18"/>
          <p:cNvSpPr/>
          <p:nvPr userDrawn="1"/>
        </p:nvSpPr>
        <p:spPr>
          <a:xfrm>
            <a:off x="5235363" y="5472825"/>
            <a:ext cx="204217" cy="203901"/>
          </a:xfrm>
          <a:prstGeom prst="diamond">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0" name="Oval 19"/>
          <p:cNvSpPr/>
          <p:nvPr userDrawn="1"/>
        </p:nvSpPr>
        <p:spPr>
          <a:xfrm>
            <a:off x="-323405" y="255180"/>
            <a:ext cx="545957" cy="545113"/>
          </a:xfrm>
          <a:prstGeom prst="ellipse">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1" name="Freeform: Shape 20"/>
          <p:cNvSpPr/>
          <p:nvPr userDrawn="1"/>
        </p:nvSpPr>
        <p:spPr>
          <a:xfrm flipV="1">
            <a:off x="10725539" y="4946446"/>
            <a:ext cx="327533" cy="327026"/>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2" name="Freeform: Shape 21"/>
          <p:cNvSpPr/>
          <p:nvPr userDrawn="1"/>
        </p:nvSpPr>
        <p:spPr>
          <a:xfrm flipV="1">
            <a:off x="8094996" y="84568"/>
            <a:ext cx="123316" cy="123125"/>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3" name="Freeform: Shape 22"/>
          <p:cNvSpPr/>
          <p:nvPr userDrawn="1"/>
        </p:nvSpPr>
        <p:spPr>
          <a:xfrm>
            <a:off x="11913309" y="1994115"/>
            <a:ext cx="602704" cy="601772"/>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4" name="Isosceles Triangle 23"/>
          <p:cNvSpPr/>
          <p:nvPr userDrawn="1"/>
        </p:nvSpPr>
        <p:spPr>
          <a:xfrm rot="19384964">
            <a:off x="7366650" y="6690088"/>
            <a:ext cx="228544" cy="196716"/>
          </a:xfrm>
          <a:prstGeom prst="triangle">
            <a:avLst/>
          </a:prstGeom>
          <a:solidFill>
            <a:schemeClr val="bg1">
              <a:lumMod val="95000"/>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5" name="Isosceles Triangle 24"/>
          <p:cNvSpPr/>
          <p:nvPr userDrawn="1"/>
        </p:nvSpPr>
        <p:spPr>
          <a:xfrm rot="19384964">
            <a:off x="1235559" y="2063103"/>
            <a:ext cx="323011" cy="278027"/>
          </a:xfrm>
          <a:prstGeom prst="triangle">
            <a:avLst/>
          </a:prstGeom>
          <a:solidFill>
            <a:schemeClr val="bg1">
              <a:lumMod val="9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6" name="Freeform: Shape 25"/>
          <p:cNvSpPr/>
          <p:nvPr userDrawn="1"/>
        </p:nvSpPr>
        <p:spPr>
          <a:xfrm>
            <a:off x="3003592" y="935865"/>
            <a:ext cx="257955" cy="257556"/>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5" name="Picture Placeholder 3"/>
          <p:cNvSpPr>
            <a:spLocks noGrp="1"/>
          </p:cNvSpPr>
          <p:nvPr>
            <p:ph type="pic" sz="quarter" idx="11"/>
          </p:nvPr>
        </p:nvSpPr>
        <p:spPr>
          <a:xfrm>
            <a:off x="1826393" y="5926964"/>
            <a:ext cx="2287955" cy="1561069"/>
          </a:xfrm>
          <a:prstGeom prst="rect">
            <a:avLst/>
          </a:prstGeom>
          <a:solidFill>
            <a:schemeClr val="bg1">
              <a:lumMod val="95000"/>
              <a:alpha val="30000"/>
            </a:schemeClr>
          </a:solidFill>
        </p:spPr>
        <p:txBody>
          <a:bodyPr/>
          <a:lstStyle>
            <a:lvl1pPr marL="0" indent="0" algn="ctr">
              <a:buNone/>
              <a:defRPr sz="2000">
                <a:solidFill>
                  <a:schemeClr val="tx1">
                    <a:lumMod val="50000"/>
                    <a:lumOff val="50000"/>
                  </a:schemeClr>
                </a:solidFill>
              </a:defRPr>
            </a:lvl1pPr>
          </a:lstStyle>
          <a:p>
            <a:endParaRPr lang="id-ID"/>
          </a:p>
        </p:txBody>
      </p:sp>
      <p:sp>
        <p:nvSpPr>
          <p:cNvPr id="4" name="Picture Placeholder 13"/>
          <p:cNvSpPr>
            <a:spLocks noGrp="1"/>
          </p:cNvSpPr>
          <p:nvPr>
            <p:ph type="pic" sz="quarter" idx="17"/>
          </p:nvPr>
        </p:nvSpPr>
        <p:spPr>
          <a:xfrm>
            <a:off x="8419028" y="1633537"/>
            <a:ext cx="2074697" cy="3652838"/>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innerShdw blurRad="127000">
              <a:schemeClr val="tx1">
                <a:lumMod val="75000"/>
                <a:lumOff val="25000"/>
              </a:schemeClr>
            </a:inn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 presetClass="entr" presetSubtype="4" decel="100000" fill="hold" grpId="0" nodeType="withEffect">
                                  <p:stCondLst>
                                    <p:cond delay="125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750" fill="hold"/>
                                        <p:tgtEl>
                                          <p:spTgt spid="5"/>
                                        </p:tgtEl>
                                        <p:attrNameLst>
                                          <p:attrName>ppt_x</p:attrName>
                                        </p:attrNameLst>
                                      </p:cBhvr>
                                      <p:tavLst>
                                        <p:tav tm="0">
                                          <p:val>
                                            <p:strVal val="#ppt_x"/>
                                          </p:val>
                                        </p:tav>
                                        <p:tav tm="100000">
                                          <p:val>
                                            <p:strVal val="#ppt_x"/>
                                          </p:val>
                                        </p:tav>
                                      </p:tavLst>
                                    </p:anim>
                                    <p:anim calcmode="lin" valueType="num">
                                      <p:cBhvr additive="base">
                                        <p:cTn id="11"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0"/>
            <a:ext cx="12192000" cy="3429001"/>
          </a:xfrm>
          <a:prstGeom prst="rect">
            <a:avLst/>
          </a:prstGeom>
          <a:solidFill>
            <a:schemeClr val="bg1">
              <a:lumMod val="95000"/>
              <a:alpha val="46000"/>
            </a:schemeClr>
          </a:solidFill>
        </p:spPr>
        <p:txBody>
          <a:bodyPr/>
          <a:lstStyle>
            <a:lvl1pPr marL="0" indent="0" algn="ctr">
              <a:buNone/>
              <a:defRPr sz="2000">
                <a:solidFill>
                  <a:schemeClr val="tx1">
                    <a:lumMod val="50000"/>
                    <a:lumOff val="50000"/>
                  </a:schemeClr>
                </a:solidFill>
              </a:defRPr>
            </a:lvl1pPr>
          </a:lstStyle>
          <a:p>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2" name="Rectangle 1"/>
          <p:cNvSpPr/>
          <p:nvPr userDrawn="1"/>
        </p:nvSpPr>
        <p:spPr>
          <a:xfrm>
            <a:off x="0" y="0"/>
            <a:ext cx="12192000" cy="51988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1" name="Oval 10"/>
          <p:cNvSpPr/>
          <p:nvPr userDrawn="1"/>
        </p:nvSpPr>
        <p:spPr>
          <a:xfrm>
            <a:off x="3003592" y="4438060"/>
            <a:ext cx="123759" cy="123568"/>
          </a:xfrm>
          <a:prstGeom prst="ellipse">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2" name="Diamond 11"/>
          <p:cNvSpPr/>
          <p:nvPr userDrawn="1"/>
        </p:nvSpPr>
        <p:spPr>
          <a:xfrm>
            <a:off x="5775886" y="3064605"/>
            <a:ext cx="204217" cy="203901"/>
          </a:xfrm>
          <a:prstGeom prst="diamond">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3" name="TextBox 12"/>
          <p:cNvSpPr txBox="1"/>
          <p:nvPr userDrawn="1"/>
        </p:nvSpPr>
        <p:spPr>
          <a:xfrm rot="10800000" flipV="1">
            <a:off x="10796985" y="193031"/>
            <a:ext cx="1116324" cy="669414"/>
          </a:xfrm>
          <a:prstGeom prst="rect">
            <a:avLst/>
          </a:prstGeom>
          <a:noFill/>
        </p:spPr>
        <p:txBody>
          <a:bodyPr wrap="square" rtlCol="0">
            <a:spAutoFit/>
          </a:bodyPr>
          <a:lstStyle/>
          <a:p>
            <a:pPr algn="ctr"/>
            <a:fld id="{260E2A6B-A809-4840-BF14-8648BC0BDF87}" type="slidenum">
              <a:rPr lang="id-ID" sz="3750" b="1" i="0" smtClean="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rPr>
            </a:fld>
            <a:endParaRPr lang="id-ID" sz="7190" b="1" i="0" dirty="0">
              <a:solidFill>
                <a:schemeClr val="bg1">
                  <a:alpha val="30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sp>
        <p:nvSpPr>
          <p:cNvPr id="14" name="Oval 13"/>
          <p:cNvSpPr/>
          <p:nvPr userDrawn="1"/>
        </p:nvSpPr>
        <p:spPr>
          <a:xfrm>
            <a:off x="-323405" y="255180"/>
            <a:ext cx="545957" cy="545113"/>
          </a:xfrm>
          <a:prstGeom prst="ellipse">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5" name="Freeform: Shape 14"/>
          <p:cNvSpPr/>
          <p:nvPr userDrawn="1"/>
        </p:nvSpPr>
        <p:spPr>
          <a:xfrm flipV="1">
            <a:off x="8094996" y="84568"/>
            <a:ext cx="123316" cy="123125"/>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6" name="Freeform: Shape 15"/>
          <p:cNvSpPr/>
          <p:nvPr userDrawn="1"/>
        </p:nvSpPr>
        <p:spPr>
          <a:xfrm>
            <a:off x="11913309" y="1994115"/>
            <a:ext cx="602704" cy="601772"/>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7" name="Isosceles Triangle 16"/>
          <p:cNvSpPr/>
          <p:nvPr userDrawn="1"/>
        </p:nvSpPr>
        <p:spPr>
          <a:xfrm rot="19384964">
            <a:off x="1235559" y="2063103"/>
            <a:ext cx="323011" cy="278027"/>
          </a:xfrm>
          <a:prstGeom prst="triangle">
            <a:avLst/>
          </a:prstGeom>
          <a:solidFill>
            <a:schemeClr val="bg1">
              <a:lumMod val="9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4" name="Picture Placeholder 3"/>
          <p:cNvSpPr>
            <a:spLocks noGrp="1"/>
          </p:cNvSpPr>
          <p:nvPr>
            <p:ph type="pic" sz="quarter" idx="11"/>
          </p:nvPr>
        </p:nvSpPr>
        <p:spPr>
          <a:xfrm rot="1800000">
            <a:off x="7704680" y="1506929"/>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5" name="Picture Placeholder 3"/>
          <p:cNvSpPr>
            <a:spLocks noGrp="1"/>
          </p:cNvSpPr>
          <p:nvPr>
            <p:ph type="pic" sz="quarter" idx="12"/>
          </p:nvPr>
        </p:nvSpPr>
        <p:spPr>
          <a:xfrm rot="1800000">
            <a:off x="5787119" y="1388140"/>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6" name="Picture Placeholder 3"/>
          <p:cNvSpPr>
            <a:spLocks noGrp="1"/>
          </p:cNvSpPr>
          <p:nvPr>
            <p:ph type="pic" sz="quarter" idx="13"/>
          </p:nvPr>
        </p:nvSpPr>
        <p:spPr>
          <a:xfrm rot="1800000">
            <a:off x="6431379" y="3694965"/>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7" name="Picture Placeholder 3"/>
          <p:cNvSpPr>
            <a:spLocks noGrp="1"/>
          </p:cNvSpPr>
          <p:nvPr>
            <p:ph type="pic" sz="quarter" idx="14"/>
          </p:nvPr>
        </p:nvSpPr>
        <p:spPr>
          <a:xfrm rot="1800000">
            <a:off x="9708100" y="1386975"/>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8" name="Picture Placeholder 3"/>
          <p:cNvSpPr>
            <a:spLocks noGrp="1"/>
          </p:cNvSpPr>
          <p:nvPr>
            <p:ph type="pic" sz="quarter" idx="15"/>
          </p:nvPr>
        </p:nvSpPr>
        <p:spPr>
          <a:xfrm rot="1800000">
            <a:off x="8427190" y="3601441"/>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9" name="Picture Placeholder 3"/>
          <p:cNvSpPr>
            <a:spLocks noGrp="1"/>
          </p:cNvSpPr>
          <p:nvPr>
            <p:ph type="pic" sz="quarter" idx="16"/>
          </p:nvPr>
        </p:nvSpPr>
        <p:spPr>
          <a:xfrm rot="1800000">
            <a:off x="10784256" y="2906363"/>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10" name="Picture Placeholder 3"/>
          <p:cNvSpPr>
            <a:spLocks noGrp="1"/>
          </p:cNvSpPr>
          <p:nvPr>
            <p:ph type="pic" sz="quarter" idx="17"/>
          </p:nvPr>
        </p:nvSpPr>
        <p:spPr>
          <a:xfrm rot="1800000">
            <a:off x="8977981" y="-652525"/>
            <a:ext cx="1308235" cy="2131897"/>
          </a:xfrm>
          <a:prstGeom prst="rect">
            <a:avLst/>
          </a:prstGeom>
          <a:solidFill>
            <a:schemeClr val="bg1">
              <a:alpha val="70000"/>
            </a:schemeClr>
          </a:solidFill>
          <a:effectLst>
            <a:outerShdw blurRad="1270000" dist="889000" dir="5400000" sx="85000" sy="85000" algn="t" rotWithShape="0">
              <a:prstClr val="black">
                <a:alpha val="40000"/>
              </a:prstClr>
            </a:outerShdw>
          </a:effectLst>
        </p:spPr>
        <p:txBody>
          <a:bodyPr/>
          <a:lstStyle>
            <a:lvl1pPr marL="0" indent="0" algn="ctr">
              <a:buNone/>
              <a:defRPr sz="2000">
                <a:solidFill>
                  <a:schemeClr val="tx1">
                    <a:lumMod val="50000"/>
                    <a:lumOff val="50000"/>
                  </a:schemeClr>
                </a:solidFill>
              </a:defRPr>
            </a:lvl1pPr>
          </a:lstStyle>
          <a:p>
            <a:endParaRPr lang="id-ID"/>
          </a:p>
        </p:txBody>
      </p:sp>
      <p:sp>
        <p:nvSpPr>
          <p:cNvPr id="29" name="Freeform: Shape 28"/>
          <p:cNvSpPr/>
          <p:nvPr userDrawn="1"/>
        </p:nvSpPr>
        <p:spPr>
          <a:xfrm>
            <a:off x="-694483" y="4561627"/>
            <a:ext cx="1098361" cy="1096663"/>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1+#ppt_w/2"/>
                                          </p:val>
                                        </p:tav>
                                        <p:tav tm="100000">
                                          <p:val>
                                            <p:strVal val="#ppt_x"/>
                                          </p:val>
                                        </p:tav>
                                      </p:tavLst>
                                    </p:anim>
                                    <p:anim calcmode="lin" valueType="num">
                                      <p:cBhvr additive="base">
                                        <p:cTn id="8" dur="75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3" decel="100000" fill="hold" grpId="0" nodeType="withEffect">
                                  <p:stCondLst>
                                    <p:cond delay="7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1+#ppt_w/2"/>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3" decel="100000" fill="hold" grpId="0" nodeType="withEffect">
                                  <p:stCondLst>
                                    <p:cond delay="10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fill="hold"/>
                                        <p:tgtEl>
                                          <p:spTgt spid="4"/>
                                        </p:tgtEl>
                                        <p:attrNameLst>
                                          <p:attrName>ppt_x</p:attrName>
                                        </p:attrNameLst>
                                      </p:cBhvr>
                                      <p:tavLst>
                                        <p:tav tm="0">
                                          <p:val>
                                            <p:strVal val="1+#ppt_w/2"/>
                                          </p:val>
                                        </p:tav>
                                        <p:tav tm="100000">
                                          <p:val>
                                            <p:strVal val="#ppt_x"/>
                                          </p:val>
                                        </p:tav>
                                      </p:tavLst>
                                    </p:anim>
                                    <p:anim calcmode="lin" valueType="num">
                                      <p:cBhvr additive="base">
                                        <p:cTn id="16" dur="750" fill="hold"/>
                                        <p:tgtEl>
                                          <p:spTgt spid="4"/>
                                        </p:tgtEl>
                                        <p:attrNameLst>
                                          <p:attrName>ppt_y</p:attrName>
                                        </p:attrNameLst>
                                      </p:cBhvr>
                                      <p:tavLst>
                                        <p:tav tm="0">
                                          <p:val>
                                            <p:strVal val="0-#ppt_h/2"/>
                                          </p:val>
                                        </p:tav>
                                        <p:tav tm="100000">
                                          <p:val>
                                            <p:strVal val="#ppt_y"/>
                                          </p:val>
                                        </p:tav>
                                      </p:tavLst>
                                    </p:anim>
                                  </p:childTnLst>
                                </p:cTn>
                              </p:par>
                              <p:par>
                                <p:cTn id="17" presetID="2" presetClass="entr" presetSubtype="3" decel="100000" fill="hold" grpId="0" nodeType="withEffect">
                                  <p:stCondLst>
                                    <p:cond delay="12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1+#ppt_w/2"/>
                                          </p:val>
                                        </p:tav>
                                        <p:tav tm="100000">
                                          <p:val>
                                            <p:strVal val="#ppt_x"/>
                                          </p:val>
                                        </p:tav>
                                      </p:tavLst>
                                    </p:anim>
                                    <p:anim calcmode="lin" valueType="num">
                                      <p:cBhvr additive="base">
                                        <p:cTn id="20" dur="750" fill="hold"/>
                                        <p:tgtEl>
                                          <p:spTgt spid="10"/>
                                        </p:tgtEl>
                                        <p:attrNameLst>
                                          <p:attrName>ppt_y</p:attrName>
                                        </p:attrNameLst>
                                      </p:cBhvr>
                                      <p:tavLst>
                                        <p:tav tm="0">
                                          <p:val>
                                            <p:strVal val="0-#ppt_h/2"/>
                                          </p:val>
                                        </p:tav>
                                        <p:tav tm="100000">
                                          <p:val>
                                            <p:strVal val="#ppt_y"/>
                                          </p:val>
                                        </p:tav>
                                      </p:tavLst>
                                    </p:anim>
                                  </p:childTnLst>
                                </p:cTn>
                              </p:par>
                              <p:par>
                                <p:cTn id="21" presetID="2" presetClass="entr" presetSubtype="3" decel="100000" fill="hold" grpId="0" nodeType="withEffect">
                                  <p:stCondLst>
                                    <p:cond delay="15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750" fill="hold"/>
                                        <p:tgtEl>
                                          <p:spTgt spid="8"/>
                                        </p:tgtEl>
                                        <p:attrNameLst>
                                          <p:attrName>ppt_x</p:attrName>
                                        </p:attrNameLst>
                                      </p:cBhvr>
                                      <p:tavLst>
                                        <p:tav tm="0">
                                          <p:val>
                                            <p:strVal val="1+#ppt_w/2"/>
                                          </p:val>
                                        </p:tav>
                                        <p:tav tm="100000">
                                          <p:val>
                                            <p:strVal val="#ppt_x"/>
                                          </p:val>
                                        </p:tav>
                                      </p:tavLst>
                                    </p:anim>
                                    <p:anim calcmode="lin" valueType="num">
                                      <p:cBhvr additive="base">
                                        <p:cTn id="24" dur="75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3" decel="100000" fill="hold" grpId="0" nodeType="withEffect">
                                  <p:stCondLst>
                                    <p:cond delay="175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750" fill="hold"/>
                                        <p:tgtEl>
                                          <p:spTgt spid="7"/>
                                        </p:tgtEl>
                                        <p:attrNameLst>
                                          <p:attrName>ppt_x</p:attrName>
                                        </p:attrNameLst>
                                      </p:cBhvr>
                                      <p:tavLst>
                                        <p:tav tm="0">
                                          <p:val>
                                            <p:strVal val="1+#ppt_w/2"/>
                                          </p:val>
                                        </p:tav>
                                        <p:tav tm="100000">
                                          <p:val>
                                            <p:strVal val="#ppt_x"/>
                                          </p:val>
                                        </p:tav>
                                      </p:tavLst>
                                    </p:anim>
                                    <p:anim calcmode="lin" valueType="num">
                                      <p:cBhvr additive="base">
                                        <p:cTn id="28" dur="750" fill="hold"/>
                                        <p:tgtEl>
                                          <p:spTgt spid="7"/>
                                        </p:tgtEl>
                                        <p:attrNameLst>
                                          <p:attrName>ppt_y</p:attrName>
                                        </p:attrNameLst>
                                      </p:cBhvr>
                                      <p:tavLst>
                                        <p:tav tm="0">
                                          <p:val>
                                            <p:strVal val="0-#ppt_h/2"/>
                                          </p:val>
                                        </p:tav>
                                        <p:tav tm="100000">
                                          <p:val>
                                            <p:strVal val="#ppt_y"/>
                                          </p:val>
                                        </p:tav>
                                      </p:tavLst>
                                    </p:anim>
                                  </p:childTnLst>
                                </p:cTn>
                              </p:par>
                              <p:par>
                                <p:cTn id="29" presetID="2" presetClass="entr" presetSubtype="3" decel="100000" fill="hold" grpId="0" nodeType="withEffect">
                                  <p:stCondLst>
                                    <p:cond delay="20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750" fill="hold"/>
                                        <p:tgtEl>
                                          <p:spTgt spid="9"/>
                                        </p:tgtEl>
                                        <p:attrNameLst>
                                          <p:attrName>ppt_x</p:attrName>
                                        </p:attrNameLst>
                                      </p:cBhvr>
                                      <p:tavLst>
                                        <p:tav tm="0">
                                          <p:val>
                                            <p:strVal val="1+#ppt_w/2"/>
                                          </p:val>
                                        </p:tav>
                                        <p:tav tm="100000">
                                          <p:val>
                                            <p:strVal val="#ppt_x"/>
                                          </p:val>
                                        </p:tav>
                                      </p:tavLst>
                                    </p:anim>
                                    <p:anim calcmode="lin" valueType="num">
                                      <p:cBhvr additive="base">
                                        <p:cTn id="32" dur="75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307467" y="1398951"/>
            <a:ext cx="4066385" cy="4060098"/>
          </a:xfrm>
          <a:custGeom>
            <a:avLst/>
            <a:gdLst>
              <a:gd name="connsiteX0" fmla="*/ 3248078 w 6496156"/>
              <a:gd name="connsiteY0" fmla="*/ 0 h 6496156"/>
              <a:gd name="connsiteX1" fmla="*/ 6496156 w 6496156"/>
              <a:gd name="connsiteY1" fmla="*/ 3248078 h 6496156"/>
              <a:gd name="connsiteX2" fmla="*/ 3248078 w 6496156"/>
              <a:gd name="connsiteY2" fmla="*/ 6496156 h 6496156"/>
              <a:gd name="connsiteX3" fmla="*/ 0 w 6496156"/>
              <a:gd name="connsiteY3" fmla="*/ 3248078 h 6496156"/>
              <a:gd name="connsiteX4" fmla="*/ 3248078 w 6496156"/>
              <a:gd name="connsiteY4" fmla="*/ 0 h 649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156" h="6496156">
                <a:moveTo>
                  <a:pt x="3248078" y="0"/>
                </a:moveTo>
                <a:cubicBezTo>
                  <a:pt x="5041942" y="0"/>
                  <a:pt x="6496156" y="1454214"/>
                  <a:pt x="6496156" y="3248078"/>
                </a:cubicBezTo>
                <a:cubicBezTo>
                  <a:pt x="6496156" y="5041942"/>
                  <a:pt x="5041942" y="6496156"/>
                  <a:pt x="3248078" y="6496156"/>
                </a:cubicBezTo>
                <a:cubicBezTo>
                  <a:pt x="1454214" y="6496156"/>
                  <a:pt x="0" y="5041942"/>
                  <a:pt x="0" y="3248078"/>
                </a:cubicBezTo>
                <a:cubicBezTo>
                  <a:pt x="0" y="1454214"/>
                  <a:pt x="1454214" y="0"/>
                  <a:pt x="3248078" y="0"/>
                </a:cubicBezTo>
                <a:close/>
              </a:path>
            </a:pathLst>
          </a:custGeom>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6" name="Rectangle 5"/>
          <p:cNvSpPr/>
          <p:nvPr userDrawn="1"/>
        </p:nvSpPr>
        <p:spPr>
          <a:xfrm>
            <a:off x="331381" y="225592"/>
            <a:ext cx="1355649" cy="571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7" name="Rectangle 6"/>
          <p:cNvSpPr/>
          <p:nvPr userDrawn="1"/>
        </p:nvSpPr>
        <p:spPr>
          <a:xfrm>
            <a:off x="1181699" y="0"/>
            <a:ext cx="4914702" cy="3429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8" name="Rectangle 7"/>
          <p:cNvSpPr/>
          <p:nvPr userDrawn="1"/>
        </p:nvSpPr>
        <p:spPr>
          <a:xfrm>
            <a:off x="6096401" y="3429000"/>
            <a:ext cx="49139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grpSp>
        <p:nvGrpSpPr>
          <p:cNvPr id="9" name="Group 8"/>
          <p:cNvGrpSpPr/>
          <p:nvPr userDrawn="1"/>
        </p:nvGrpSpPr>
        <p:grpSpPr>
          <a:xfrm>
            <a:off x="7225613" y="4211736"/>
            <a:ext cx="2655476" cy="5292529"/>
            <a:chOff x="1264256" y="645824"/>
            <a:chExt cx="2821047" cy="5631230"/>
          </a:xfrm>
        </p:grpSpPr>
        <p:grpSp>
          <p:nvGrpSpPr>
            <p:cNvPr id="10" name="Группа 84"/>
            <p:cNvGrpSpPr/>
            <p:nvPr/>
          </p:nvGrpSpPr>
          <p:grpSpPr>
            <a:xfrm>
              <a:off x="1264256" y="645824"/>
              <a:ext cx="2821047" cy="5631230"/>
              <a:chOff x="3421706" y="1143000"/>
              <a:chExt cx="2530932" cy="5052117"/>
            </a:xfrm>
          </p:grpSpPr>
          <p:sp>
            <p:nvSpPr>
              <p:cNvPr id="12" name="Скругленный прямоугольник 85"/>
              <p:cNvSpPr/>
              <p:nvPr userDrawn="1"/>
            </p:nvSpPr>
            <p:spPr>
              <a:xfrm>
                <a:off x="5772337" y="2057401"/>
                <a:ext cx="180301" cy="487680"/>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13" name="Скругленный прямоугольник 86"/>
              <p:cNvSpPr/>
              <p:nvPr userDrawn="1"/>
            </p:nvSpPr>
            <p:spPr>
              <a:xfrm>
                <a:off x="3421706" y="1971500"/>
                <a:ext cx="180301" cy="276137"/>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14" name="Скругленный прямоугольник 87"/>
              <p:cNvSpPr/>
              <p:nvPr userDrawn="1"/>
            </p:nvSpPr>
            <p:spPr>
              <a:xfrm>
                <a:off x="3421706" y="2530199"/>
                <a:ext cx="180301" cy="276137"/>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15" name="Скругленный прямоугольник 88"/>
              <p:cNvSpPr/>
              <p:nvPr userDrawn="1"/>
            </p:nvSpPr>
            <p:spPr>
              <a:xfrm>
                <a:off x="3421706" y="3041744"/>
                <a:ext cx="180301" cy="276137"/>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16" name="Скругленный прямоугольник 89"/>
              <p:cNvSpPr/>
              <p:nvPr userDrawn="1"/>
            </p:nvSpPr>
            <p:spPr>
              <a:xfrm>
                <a:off x="3453659" y="1143000"/>
                <a:ext cx="2465281" cy="5052117"/>
              </a:xfrm>
              <a:prstGeom prst="roundRect">
                <a:avLst/>
              </a:prstGeom>
              <a:solidFill>
                <a:srgbClr val="FFFFFF"/>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dirty="0"/>
              </a:p>
            </p:txBody>
          </p:sp>
          <p:sp>
            <p:nvSpPr>
              <p:cNvPr id="17" name="Овал 90"/>
              <p:cNvSpPr/>
              <p:nvPr userDrawn="1"/>
            </p:nvSpPr>
            <p:spPr>
              <a:xfrm>
                <a:off x="4481234" y="5699769"/>
                <a:ext cx="410131" cy="406782"/>
              </a:xfrm>
              <a:prstGeom prst="ellipse">
                <a:avLst/>
              </a:prstGeom>
              <a:noFill/>
              <a:ln w="15875">
                <a:gradFill flip="none" rotWithShape="1">
                  <a:gsLst>
                    <a:gs pos="32000">
                      <a:schemeClr val="tx1">
                        <a:lumMod val="65000"/>
                        <a:lumOff val="35000"/>
                      </a:schemeClr>
                    </a:gs>
                    <a:gs pos="71000">
                      <a:schemeClr val="bg1">
                        <a:lumMod val="95000"/>
                      </a:schemeClr>
                    </a:gs>
                    <a:gs pos="0">
                      <a:schemeClr val="bg1">
                        <a:lumMod val="65000"/>
                      </a:schemeClr>
                    </a:gs>
                    <a:gs pos="100000">
                      <a:schemeClr val="tx1">
                        <a:lumMod val="95000"/>
                        <a:lumOff val="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18" name="Скругленный прямоугольник 91"/>
              <p:cNvSpPr/>
              <p:nvPr userDrawn="1"/>
            </p:nvSpPr>
            <p:spPr>
              <a:xfrm>
                <a:off x="4372270" y="1457767"/>
                <a:ext cx="628058" cy="45719"/>
              </a:xfrm>
              <a:prstGeom prst="round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19" name="Овал 92"/>
              <p:cNvSpPr/>
              <p:nvPr userDrawn="1"/>
            </p:nvSpPr>
            <p:spPr>
              <a:xfrm flipH="1">
                <a:off x="4159907" y="1451578"/>
                <a:ext cx="59518" cy="58098"/>
              </a:xfrm>
              <a:prstGeom prst="ellipse">
                <a:avLst/>
              </a:prstGeom>
              <a:solidFill>
                <a:schemeClr val="tx1">
                  <a:alpha val="2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20" name="Овал 93"/>
              <p:cNvSpPr/>
              <p:nvPr userDrawn="1"/>
            </p:nvSpPr>
            <p:spPr>
              <a:xfrm flipH="1">
                <a:off x="4656540" y="1271335"/>
                <a:ext cx="59518" cy="58098"/>
              </a:xfrm>
              <a:prstGeom prst="ellipse">
                <a:avLst/>
              </a:prstGeom>
              <a:solidFill>
                <a:schemeClr val="tx1">
                  <a:alpha val="2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grpSp>
        <p:sp>
          <p:nvSpPr>
            <p:cNvPr id="11" name="Rectangle 10"/>
            <p:cNvSpPr/>
            <p:nvPr/>
          </p:nvSpPr>
          <p:spPr>
            <a:xfrm>
              <a:off x="1509657" y="1204476"/>
              <a:ext cx="2330245" cy="42819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grpSp>
      <p:grpSp>
        <p:nvGrpSpPr>
          <p:cNvPr id="21" name="Group 20"/>
          <p:cNvGrpSpPr/>
          <p:nvPr userDrawn="1"/>
        </p:nvGrpSpPr>
        <p:grpSpPr>
          <a:xfrm>
            <a:off x="2311312" y="782736"/>
            <a:ext cx="2655476" cy="5292529"/>
            <a:chOff x="1264256" y="645824"/>
            <a:chExt cx="2821047" cy="5631230"/>
          </a:xfrm>
        </p:grpSpPr>
        <p:grpSp>
          <p:nvGrpSpPr>
            <p:cNvPr id="22" name="Группа 84"/>
            <p:cNvGrpSpPr/>
            <p:nvPr/>
          </p:nvGrpSpPr>
          <p:grpSpPr>
            <a:xfrm>
              <a:off x="1264256" y="645824"/>
              <a:ext cx="2821047" cy="5631230"/>
              <a:chOff x="3421706" y="1143000"/>
              <a:chExt cx="2530932" cy="5052117"/>
            </a:xfrm>
          </p:grpSpPr>
          <p:sp>
            <p:nvSpPr>
              <p:cNvPr id="24" name="Скругленный прямоугольник 85"/>
              <p:cNvSpPr/>
              <p:nvPr userDrawn="1"/>
            </p:nvSpPr>
            <p:spPr>
              <a:xfrm>
                <a:off x="5772337" y="2057401"/>
                <a:ext cx="180301" cy="487680"/>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25" name="Скругленный прямоугольник 86"/>
              <p:cNvSpPr/>
              <p:nvPr userDrawn="1"/>
            </p:nvSpPr>
            <p:spPr>
              <a:xfrm>
                <a:off x="3421706" y="1971500"/>
                <a:ext cx="180301" cy="276137"/>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26" name="Скругленный прямоугольник 87"/>
              <p:cNvSpPr/>
              <p:nvPr userDrawn="1"/>
            </p:nvSpPr>
            <p:spPr>
              <a:xfrm>
                <a:off x="3421706" y="2530199"/>
                <a:ext cx="180301" cy="276137"/>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27" name="Скругленный прямоугольник 88"/>
              <p:cNvSpPr/>
              <p:nvPr userDrawn="1"/>
            </p:nvSpPr>
            <p:spPr>
              <a:xfrm>
                <a:off x="3421706" y="3041744"/>
                <a:ext cx="180301" cy="276137"/>
              </a:xfrm>
              <a:prstGeom prst="round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28" name="Скругленный прямоугольник 89"/>
              <p:cNvSpPr/>
              <p:nvPr userDrawn="1"/>
            </p:nvSpPr>
            <p:spPr>
              <a:xfrm>
                <a:off x="3453659" y="1143000"/>
                <a:ext cx="2465281" cy="5052117"/>
              </a:xfrm>
              <a:prstGeom prst="roundRect">
                <a:avLst/>
              </a:prstGeom>
              <a:solidFill>
                <a:srgbClr val="FFFFFF"/>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dirty="0"/>
              </a:p>
            </p:txBody>
          </p:sp>
          <p:sp>
            <p:nvSpPr>
              <p:cNvPr id="29" name="Овал 90"/>
              <p:cNvSpPr/>
              <p:nvPr userDrawn="1"/>
            </p:nvSpPr>
            <p:spPr>
              <a:xfrm>
                <a:off x="4481234" y="5699769"/>
                <a:ext cx="410131" cy="406782"/>
              </a:xfrm>
              <a:prstGeom prst="ellipse">
                <a:avLst/>
              </a:prstGeom>
              <a:noFill/>
              <a:ln w="15875">
                <a:gradFill flip="none" rotWithShape="1">
                  <a:gsLst>
                    <a:gs pos="32000">
                      <a:schemeClr val="tx1">
                        <a:lumMod val="65000"/>
                        <a:lumOff val="35000"/>
                      </a:schemeClr>
                    </a:gs>
                    <a:gs pos="71000">
                      <a:schemeClr val="bg1">
                        <a:lumMod val="95000"/>
                      </a:schemeClr>
                    </a:gs>
                    <a:gs pos="0">
                      <a:schemeClr val="bg1">
                        <a:lumMod val="65000"/>
                      </a:schemeClr>
                    </a:gs>
                    <a:gs pos="100000">
                      <a:schemeClr val="tx1">
                        <a:lumMod val="95000"/>
                        <a:lumOff val="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30" name="Скругленный прямоугольник 91"/>
              <p:cNvSpPr/>
              <p:nvPr userDrawn="1"/>
            </p:nvSpPr>
            <p:spPr>
              <a:xfrm>
                <a:off x="4372270" y="1457767"/>
                <a:ext cx="628058" cy="45719"/>
              </a:xfrm>
              <a:prstGeom prst="round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31" name="Овал 92"/>
              <p:cNvSpPr/>
              <p:nvPr userDrawn="1"/>
            </p:nvSpPr>
            <p:spPr>
              <a:xfrm flipH="1">
                <a:off x="4159907" y="1451578"/>
                <a:ext cx="59518" cy="58098"/>
              </a:xfrm>
              <a:prstGeom prst="ellipse">
                <a:avLst/>
              </a:prstGeom>
              <a:solidFill>
                <a:schemeClr val="tx1">
                  <a:alpha val="2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sp>
            <p:nvSpPr>
              <p:cNvPr id="32" name="Овал 93"/>
              <p:cNvSpPr/>
              <p:nvPr userDrawn="1"/>
            </p:nvSpPr>
            <p:spPr>
              <a:xfrm flipH="1">
                <a:off x="4656540" y="1271335"/>
                <a:ext cx="59518" cy="58098"/>
              </a:xfrm>
              <a:prstGeom prst="ellipse">
                <a:avLst/>
              </a:prstGeom>
              <a:solidFill>
                <a:schemeClr val="tx1">
                  <a:alpha val="20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5"/>
              </a:p>
            </p:txBody>
          </p:sp>
        </p:grpSp>
        <p:sp>
          <p:nvSpPr>
            <p:cNvPr id="23" name="Rectangle 22"/>
            <p:cNvSpPr/>
            <p:nvPr/>
          </p:nvSpPr>
          <p:spPr>
            <a:xfrm>
              <a:off x="1509657" y="1204476"/>
              <a:ext cx="2330245" cy="42819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grpSp>
      <p:sp>
        <p:nvSpPr>
          <p:cNvPr id="4" name="Picture Placeholder 13"/>
          <p:cNvSpPr>
            <a:spLocks noGrp="1"/>
          </p:cNvSpPr>
          <p:nvPr>
            <p:ph type="pic" sz="quarter" idx="17"/>
          </p:nvPr>
        </p:nvSpPr>
        <p:spPr>
          <a:xfrm>
            <a:off x="2534848" y="1314270"/>
            <a:ext cx="2207411" cy="4017896"/>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5" name="Picture Placeholder 13"/>
          <p:cNvSpPr>
            <a:spLocks noGrp="1"/>
          </p:cNvSpPr>
          <p:nvPr>
            <p:ph type="pic" sz="quarter" idx="18"/>
          </p:nvPr>
        </p:nvSpPr>
        <p:spPr>
          <a:xfrm>
            <a:off x="7466564" y="4748816"/>
            <a:ext cx="2207411" cy="4017896"/>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750" fill="hold"/>
                                        <p:tgtEl>
                                          <p:spTgt spid="21"/>
                                        </p:tgtEl>
                                        <p:attrNameLst>
                                          <p:attrName>ppt_x</p:attrName>
                                        </p:attrNameLst>
                                      </p:cBhvr>
                                      <p:tavLst>
                                        <p:tav tm="0">
                                          <p:val>
                                            <p:strVal val="#ppt_x"/>
                                          </p:val>
                                        </p:tav>
                                        <p:tav tm="100000">
                                          <p:val>
                                            <p:strVal val="#ppt_x"/>
                                          </p:val>
                                        </p:tav>
                                      </p:tavLst>
                                    </p:anim>
                                    <p:anim calcmode="lin" valueType="num">
                                      <p:cBhvr additive="base">
                                        <p:cTn id="8" dur="75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fill="hold"/>
                                        <p:tgtEl>
                                          <p:spTgt spid="4"/>
                                        </p:tgtEl>
                                        <p:attrNameLst>
                                          <p:attrName>ppt_x</p:attrName>
                                        </p:attrNameLst>
                                      </p:cBhvr>
                                      <p:tavLst>
                                        <p:tav tm="0">
                                          <p:val>
                                            <p:strVal val="#ppt_x"/>
                                          </p:val>
                                        </p:tav>
                                        <p:tav tm="100000">
                                          <p:val>
                                            <p:strVal val="#ppt_x"/>
                                          </p:val>
                                        </p:tav>
                                      </p:tavLst>
                                    </p:anim>
                                    <p:anim calcmode="lin" valueType="num">
                                      <p:cBhvr additive="base">
                                        <p:cTn id="16" dur="75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ppt_x"/>
                                          </p:val>
                                        </p:tav>
                                        <p:tav tm="100000">
                                          <p:val>
                                            <p:strVal val="#ppt_x"/>
                                          </p:val>
                                        </p:tav>
                                      </p:tavLst>
                                    </p:anim>
                                    <p:anim calcmode="lin" valueType="num">
                                      <p:cBhvr additive="base">
                                        <p:cTn id="20"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3" name="Picture Placeholder 13"/>
          <p:cNvSpPr>
            <a:spLocks noGrp="1"/>
          </p:cNvSpPr>
          <p:nvPr>
            <p:ph type="pic" sz="quarter" idx="17"/>
          </p:nvPr>
        </p:nvSpPr>
        <p:spPr>
          <a:xfrm>
            <a:off x="6073641" y="1135481"/>
            <a:ext cx="6118359" cy="4587039"/>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4" name="Picture Placeholder 13"/>
          <p:cNvSpPr>
            <a:spLocks noGrp="1"/>
          </p:cNvSpPr>
          <p:nvPr>
            <p:ph type="pic" sz="quarter" idx="18"/>
          </p:nvPr>
        </p:nvSpPr>
        <p:spPr>
          <a:xfrm>
            <a:off x="0" y="1135481"/>
            <a:ext cx="6118359" cy="4587039"/>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750" fill="hold"/>
                                        <p:tgtEl>
                                          <p:spTgt spid="3"/>
                                        </p:tgtEl>
                                        <p:attrNameLst>
                                          <p:attrName>ppt_x</p:attrName>
                                        </p:attrNameLst>
                                      </p:cBhvr>
                                      <p:tavLst>
                                        <p:tav tm="0">
                                          <p:val>
                                            <p:strVal val="#ppt_x"/>
                                          </p:val>
                                        </p:tav>
                                        <p:tav tm="100000">
                                          <p:val>
                                            <p:strVal val="#ppt_x"/>
                                          </p:val>
                                        </p:tav>
                                      </p:tavLst>
                                    </p:anim>
                                    <p:anim calcmode="lin" valueType="num">
                                      <p:cBhvr additive="base">
                                        <p:cTn id="12" dur="7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3" name="Picture Placeholder 13"/>
          <p:cNvSpPr>
            <a:spLocks noGrp="1"/>
          </p:cNvSpPr>
          <p:nvPr>
            <p:ph type="pic" sz="quarter" idx="18"/>
          </p:nvPr>
        </p:nvSpPr>
        <p:spPr>
          <a:xfrm>
            <a:off x="0" y="1"/>
            <a:ext cx="6118359" cy="685800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4574660" y="1910013"/>
            <a:ext cx="3042680" cy="3037974"/>
          </a:xfrm>
          <a:custGeom>
            <a:avLst/>
            <a:gdLst>
              <a:gd name="connsiteX0" fmla="*/ 2605881 w 5211762"/>
              <a:gd name="connsiteY0" fmla="*/ 0 h 5211760"/>
              <a:gd name="connsiteX1" fmla="*/ 5211762 w 5211762"/>
              <a:gd name="connsiteY1" fmla="*/ 2605880 h 5211760"/>
              <a:gd name="connsiteX2" fmla="*/ 2605881 w 5211762"/>
              <a:gd name="connsiteY2" fmla="*/ 5211760 h 5211760"/>
              <a:gd name="connsiteX3" fmla="*/ 0 w 5211762"/>
              <a:gd name="connsiteY3" fmla="*/ 2605880 h 5211760"/>
              <a:gd name="connsiteX4" fmla="*/ 2605881 w 5211762"/>
              <a:gd name="connsiteY4" fmla="*/ 0 h 5211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1762" h="5211760">
                <a:moveTo>
                  <a:pt x="2605881" y="0"/>
                </a:moveTo>
                <a:cubicBezTo>
                  <a:pt x="4045069" y="0"/>
                  <a:pt x="5211762" y="1166692"/>
                  <a:pt x="5211762" y="2605880"/>
                </a:cubicBezTo>
                <a:cubicBezTo>
                  <a:pt x="5211762" y="4045068"/>
                  <a:pt x="4045069" y="5211760"/>
                  <a:pt x="2605881" y="5211760"/>
                </a:cubicBezTo>
                <a:cubicBezTo>
                  <a:pt x="1166693" y="5211760"/>
                  <a:pt x="0" y="4045068"/>
                  <a:pt x="0" y="2605880"/>
                </a:cubicBezTo>
                <a:cubicBezTo>
                  <a:pt x="0" y="1166692"/>
                  <a:pt x="1166693" y="0"/>
                  <a:pt x="2605881" y="0"/>
                </a:cubicBezTo>
                <a:close/>
              </a:path>
            </a:pathLst>
          </a:custGeom>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3" name="Picture Placeholder 13"/>
          <p:cNvSpPr>
            <a:spLocks noGrp="1"/>
          </p:cNvSpPr>
          <p:nvPr>
            <p:ph type="pic" sz="quarter" idx="18"/>
          </p:nvPr>
        </p:nvSpPr>
        <p:spPr>
          <a:xfrm>
            <a:off x="3298745" y="1"/>
            <a:ext cx="3298745" cy="685800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3" name="Picture Placeholder 13"/>
          <p:cNvSpPr>
            <a:spLocks noGrp="1"/>
          </p:cNvSpPr>
          <p:nvPr>
            <p:ph type="pic" sz="quarter" idx="18"/>
          </p:nvPr>
        </p:nvSpPr>
        <p:spPr>
          <a:xfrm>
            <a:off x="720098" y="1003294"/>
            <a:ext cx="5376399" cy="4722364"/>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450628" y="1775088"/>
            <a:ext cx="2675894" cy="1650262"/>
          </a:xfrm>
          <a:custGeom>
            <a:avLst/>
            <a:gdLst>
              <a:gd name="connsiteX0" fmla="*/ 242047 w 4274810"/>
              <a:gd name="connsiteY0" fmla="*/ 0 h 2640419"/>
              <a:gd name="connsiteX1" fmla="*/ 4032763 w 4274810"/>
              <a:gd name="connsiteY1" fmla="*/ 0 h 2640419"/>
              <a:gd name="connsiteX2" fmla="*/ 4274810 w 4274810"/>
              <a:gd name="connsiteY2" fmla="*/ 242047 h 2640419"/>
              <a:gd name="connsiteX3" fmla="*/ 4274810 w 4274810"/>
              <a:gd name="connsiteY3" fmla="*/ 2398372 h 2640419"/>
              <a:gd name="connsiteX4" fmla="*/ 4032763 w 4274810"/>
              <a:gd name="connsiteY4" fmla="*/ 2640419 h 2640419"/>
              <a:gd name="connsiteX5" fmla="*/ 242047 w 4274810"/>
              <a:gd name="connsiteY5" fmla="*/ 2640419 h 2640419"/>
              <a:gd name="connsiteX6" fmla="*/ 0 w 4274810"/>
              <a:gd name="connsiteY6" fmla="*/ 2398372 h 2640419"/>
              <a:gd name="connsiteX7" fmla="*/ 0 w 4274810"/>
              <a:gd name="connsiteY7" fmla="*/ 242047 h 2640419"/>
              <a:gd name="connsiteX8" fmla="*/ 242047 w 4274810"/>
              <a:gd name="connsiteY8" fmla="*/ 0 h 264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74810" h="2640419">
                <a:moveTo>
                  <a:pt x="242047" y="0"/>
                </a:moveTo>
                <a:lnTo>
                  <a:pt x="4032763" y="0"/>
                </a:lnTo>
                <a:cubicBezTo>
                  <a:pt x="4166442" y="0"/>
                  <a:pt x="4274810" y="108368"/>
                  <a:pt x="4274810" y="242047"/>
                </a:cubicBezTo>
                <a:lnTo>
                  <a:pt x="4274810" y="2398372"/>
                </a:lnTo>
                <a:cubicBezTo>
                  <a:pt x="4274810" y="2532051"/>
                  <a:pt x="4166442" y="2640419"/>
                  <a:pt x="4032763" y="2640419"/>
                </a:cubicBezTo>
                <a:lnTo>
                  <a:pt x="242047" y="2640419"/>
                </a:lnTo>
                <a:cubicBezTo>
                  <a:pt x="108368" y="2640419"/>
                  <a:pt x="0" y="2532051"/>
                  <a:pt x="0" y="2398372"/>
                </a:cubicBezTo>
                <a:lnTo>
                  <a:pt x="0" y="242047"/>
                </a:lnTo>
                <a:cubicBezTo>
                  <a:pt x="0" y="108368"/>
                  <a:pt x="108368" y="0"/>
                  <a:pt x="242047" y="0"/>
                </a:cubicBezTo>
                <a:close/>
              </a:path>
            </a:pathLst>
          </a:custGeom>
          <a:solidFill>
            <a:schemeClr val="bg1">
              <a:lumMod val="95000"/>
            </a:schemeClr>
          </a:solidFill>
          <a:effectLst>
            <a:outerShdw blurRad="685800" dist="381000" dir="5400000" sx="90000" sy="90000" algn="t" rotWithShape="0">
              <a:prstClr val="black">
                <a:alpha val="40000"/>
              </a:prstClr>
            </a:outerShdw>
          </a:effectLst>
        </p:spPr>
        <p:txBody>
          <a:bodyPr wrap="square">
            <a:noAutofit/>
          </a:bodyPr>
          <a:lstStyle>
            <a:lvl1pPr marL="0" indent="0" algn="ctr">
              <a:buNone/>
              <a:defRPr sz="1250">
                <a:solidFill>
                  <a:schemeClr val="tx1">
                    <a:lumMod val="50000"/>
                    <a:lumOff val="50000"/>
                  </a:schemeClr>
                </a:solidFill>
              </a:defRPr>
            </a:lvl1pPr>
          </a:lstStyle>
          <a:p>
            <a:endParaRPr lang="id-ID"/>
          </a:p>
        </p:txBody>
      </p:sp>
      <p:sp>
        <p:nvSpPr>
          <p:cNvPr id="10" name="Picture Placeholder 9"/>
          <p:cNvSpPr>
            <a:spLocks noGrp="1"/>
          </p:cNvSpPr>
          <p:nvPr>
            <p:ph type="pic" sz="quarter" idx="11"/>
          </p:nvPr>
        </p:nvSpPr>
        <p:spPr>
          <a:xfrm>
            <a:off x="9320342" y="1775088"/>
            <a:ext cx="2675894" cy="1650262"/>
          </a:xfrm>
          <a:custGeom>
            <a:avLst/>
            <a:gdLst>
              <a:gd name="connsiteX0" fmla="*/ 242047 w 4274810"/>
              <a:gd name="connsiteY0" fmla="*/ 0 h 2640419"/>
              <a:gd name="connsiteX1" fmla="*/ 4032763 w 4274810"/>
              <a:gd name="connsiteY1" fmla="*/ 0 h 2640419"/>
              <a:gd name="connsiteX2" fmla="*/ 4274810 w 4274810"/>
              <a:gd name="connsiteY2" fmla="*/ 242047 h 2640419"/>
              <a:gd name="connsiteX3" fmla="*/ 4274810 w 4274810"/>
              <a:gd name="connsiteY3" fmla="*/ 2398372 h 2640419"/>
              <a:gd name="connsiteX4" fmla="*/ 4032763 w 4274810"/>
              <a:gd name="connsiteY4" fmla="*/ 2640419 h 2640419"/>
              <a:gd name="connsiteX5" fmla="*/ 242047 w 4274810"/>
              <a:gd name="connsiteY5" fmla="*/ 2640419 h 2640419"/>
              <a:gd name="connsiteX6" fmla="*/ 0 w 4274810"/>
              <a:gd name="connsiteY6" fmla="*/ 2398372 h 2640419"/>
              <a:gd name="connsiteX7" fmla="*/ 0 w 4274810"/>
              <a:gd name="connsiteY7" fmla="*/ 242047 h 2640419"/>
              <a:gd name="connsiteX8" fmla="*/ 242047 w 4274810"/>
              <a:gd name="connsiteY8" fmla="*/ 0 h 264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74810" h="2640419">
                <a:moveTo>
                  <a:pt x="242047" y="0"/>
                </a:moveTo>
                <a:lnTo>
                  <a:pt x="4032763" y="0"/>
                </a:lnTo>
                <a:cubicBezTo>
                  <a:pt x="4166442" y="0"/>
                  <a:pt x="4274810" y="108368"/>
                  <a:pt x="4274810" y="242047"/>
                </a:cubicBezTo>
                <a:lnTo>
                  <a:pt x="4274810" y="2398372"/>
                </a:lnTo>
                <a:cubicBezTo>
                  <a:pt x="4274810" y="2532051"/>
                  <a:pt x="4166442" y="2640419"/>
                  <a:pt x="4032763" y="2640419"/>
                </a:cubicBezTo>
                <a:lnTo>
                  <a:pt x="242047" y="2640419"/>
                </a:lnTo>
                <a:cubicBezTo>
                  <a:pt x="108368" y="2640419"/>
                  <a:pt x="0" y="2532051"/>
                  <a:pt x="0" y="2398372"/>
                </a:cubicBezTo>
                <a:lnTo>
                  <a:pt x="0" y="242047"/>
                </a:lnTo>
                <a:cubicBezTo>
                  <a:pt x="0" y="108368"/>
                  <a:pt x="108368" y="0"/>
                  <a:pt x="242047" y="0"/>
                </a:cubicBezTo>
                <a:close/>
              </a:path>
            </a:pathLst>
          </a:custGeom>
          <a:solidFill>
            <a:schemeClr val="bg1">
              <a:lumMod val="95000"/>
            </a:schemeClr>
          </a:solidFill>
          <a:effectLst>
            <a:outerShdw blurRad="685800" dist="381000" dir="5400000" sx="90000" sy="90000" algn="t" rotWithShape="0">
              <a:prstClr val="black">
                <a:alpha val="40000"/>
              </a:prstClr>
            </a:outerShdw>
          </a:effectLst>
        </p:spPr>
        <p:txBody>
          <a:bodyPr wrap="square">
            <a:noAutofit/>
          </a:bodyPr>
          <a:lstStyle>
            <a:lvl1pPr marL="0" indent="0" algn="ctr">
              <a:buNone/>
              <a:defRPr sz="1250">
                <a:solidFill>
                  <a:schemeClr val="tx1">
                    <a:lumMod val="50000"/>
                    <a:lumOff val="50000"/>
                  </a:schemeClr>
                </a:solidFill>
              </a:defRPr>
            </a:lvl1pPr>
          </a:lstStyle>
          <a:p>
            <a:endParaRPr lang="id-ID"/>
          </a:p>
        </p:txBody>
      </p:sp>
      <p:sp>
        <p:nvSpPr>
          <p:cNvPr id="11" name="Picture Placeholder 10"/>
          <p:cNvSpPr>
            <a:spLocks noGrp="1"/>
          </p:cNvSpPr>
          <p:nvPr>
            <p:ph type="pic" sz="quarter" idx="12"/>
          </p:nvPr>
        </p:nvSpPr>
        <p:spPr>
          <a:xfrm>
            <a:off x="6450628" y="3672888"/>
            <a:ext cx="2675894" cy="1650262"/>
          </a:xfrm>
          <a:custGeom>
            <a:avLst/>
            <a:gdLst>
              <a:gd name="connsiteX0" fmla="*/ 242047 w 4274810"/>
              <a:gd name="connsiteY0" fmla="*/ 0 h 2640419"/>
              <a:gd name="connsiteX1" fmla="*/ 4032763 w 4274810"/>
              <a:gd name="connsiteY1" fmla="*/ 0 h 2640419"/>
              <a:gd name="connsiteX2" fmla="*/ 4274810 w 4274810"/>
              <a:gd name="connsiteY2" fmla="*/ 242047 h 2640419"/>
              <a:gd name="connsiteX3" fmla="*/ 4274810 w 4274810"/>
              <a:gd name="connsiteY3" fmla="*/ 2398372 h 2640419"/>
              <a:gd name="connsiteX4" fmla="*/ 4032763 w 4274810"/>
              <a:gd name="connsiteY4" fmla="*/ 2640419 h 2640419"/>
              <a:gd name="connsiteX5" fmla="*/ 242047 w 4274810"/>
              <a:gd name="connsiteY5" fmla="*/ 2640419 h 2640419"/>
              <a:gd name="connsiteX6" fmla="*/ 0 w 4274810"/>
              <a:gd name="connsiteY6" fmla="*/ 2398372 h 2640419"/>
              <a:gd name="connsiteX7" fmla="*/ 0 w 4274810"/>
              <a:gd name="connsiteY7" fmla="*/ 242047 h 2640419"/>
              <a:gd name="connsiteX8" fmla="*/ 242047 w 4274810"/>
              <a:gd name="connsiteY8" fmla="*/ 0 h 264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74810" h="2640419">
                <a:moveTo>
                  <a:pt x="242047" y="0"/>
                </a:moveTo>
                <a:lnTo>
                  <a:pt x="4032763" y="0"/>
                </a:lnTo>
                <a:cubicBezTo>
                  <a:pt x="4166442" y="0"/>
                  <a:pt x="4274810" y="108368"/>
                  <a:pt x="4274810" y="242047"/>
                </a:cubicBezTo>
                <a:lnTo>
                  <a:pt x="4274810" y="2398372"/>
                </a:lnTo>
                <a:cubicBezTo>
                  <a:pt x="4274810" y="2532051"/>
                  <a:pt x="4166442" y="2640419"/>
                  <a:pt x="4032763" y="2640419"/>
                </a:cubicBezTo>
                <a:lnTo>
                  <a:pt x="242047" y="2640419"/>
                </a:lnTo>
                <a:cubicBezTo>
                  <a:pt x="108368" y="2640419"/>
                  <a:pt x="0" y="2532051"/>
                  <a:pt x="0" y="2398372"/>
                </a:cubicBezTo>
                <a:lnTo>
                  <a:pt x="0" y="242047"/>
                </a:lnTo>
                <a:cubicBezTo>
                  <a:pt x="0" y="108368"/>
                  <a:pt x="108368" y="0"/>
                  <a:pt x="242047" y="0"/>
                </a:cubicBezTo>
                <a:close/>
              </a:path>
            </a:pathLst>
          </a:custGeom>
          <a:solidFill>
            <a:schemeClr val="bg1">
              <a:lumMod val="95000"/>
            </a:schemeClr>
          </a:solidFill>
          <a:effectLst>
            <a:outerShdw blurRad="685800" dist="381000" dir="5400000" sx="90000" sy="90000" algn="t" rotWithShape="0">
              <a:prstClr val="black">
                <a:alpha val="40000"/>
              </a:prstClr>
            </a:outerShdw>
          </a:effectLst>
        </p:spPr>
        <p:txBody>
          <a:bodyPr wrap="square">
            <a:noAutofit/>
          </a:bodyPr>
          <a:lstStyle>
            <a:lvl1pPr marL="0" indent="0" algn="ctr">
              <a:buNone/>
              <a:defRPr sz="1250">
                <a:solidFill>
                  <a:schemeClr val="tx1">
                    <a:lumMod val="50000"/>
                    <a:lumOff val="50000"/>
                  </a:schemeClr>
                </a:solidFill>
              </a:defRPr>
            </a:lvl1pPr>
          </a:lstStyle>
          <a:p>
            <a:endParaRPr lang="id-ID"/>
          </a:p>
        </p:txBody>
      </p:sp>
      <p:sp>
        <p:nvSpPr>
          <p:cNvPr id="12" name="Picture Placeholder 11"/>
          <p:cNvSpPr>
            <a:spLocks noGrp="1"/>
          </p:cNvSpPr>
          <p:nvPr>
            <p:ph type="pic" sz="quarter" idx="13"/>
          </p:nvPr>
        </p:nvSpPr>
        <p:spPr>
          <a:xfrm>
            <a:off x="9320342" y="3672888"/>
            <a:ext cx="2675894" cy="1650262"/>
          </a:xfrm>
          <a:custGeom>
            <a:avLst/>
            <a:gdLst>
              <a:gd name="connsiteX0" fmla="*/ 242047 w 4274810"/>
              <a:gd name="connsiteY0" fmla="*/ 0 h 2640419"/>
              <a:gd name="connsiteX1" fmla="*/ 4032763 w 4274810"/>
              <a:gd name="connsiteY1" fmla="*/ 0 h 2640419"/>
              <a:gd name="connsiteX2" fmla="*/ 4274810 w 4274810"/>
              <a:gd name="connsiteY2" fmla="*/ 242047 h 2640419"/>
              <a:gd name="connsiteX3" fmla="*/ 4274810 w 4274810"/>
              <a:gd name="connsiteY3" fmla="*/ 2398372 h 2640419"/>
              <a:gd name="connsiteX4" fmla="*/ 4032763 w 4274810"/>
              <a:gd name="connsiteY4" fmla="*/ 2640419 h 2640419"/>
              <a:gd name="connsiteX5" fmla="*/ 242047 w 4274810"/>
              <a:gd name="connsiteY5" fmla="*/ 2640419 h 2640419"/>
              <a:gd name="connsiteX6" fmla="*/ 0 w 4274810"/>
              <a:gd name="connsiteY6" fmla="*/ 2398372 h 2640419"/>
              <a:gd name="connsiteX7" fmla="*/ 0 w 4274810"/>
              <a:gd name="connsiteY7" fmla="*/ 242047 h 2640419"/>
              <a:gd name="connsiteX8" fmla="*/ 242047 w 4274810"/>
              <a:gd name="connsiteY8" fmla="*/ 0 h 264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74810" h="2640419">
                <a:moveTo>
                  <a:pt x="242047" y="0"/>
                </a:moveTo>
                <a:lnTo>
                  <a:pt x="4032763" y="0"/>
                </a:lnTo>
                <a:cubicBezTo>
                  <a:pt x="4166442" y="0"/>
                  <a:pt x="4274810" y="108368"/>
                  <a:pt x="4274810" y="242047"/>
                </a:cubicBezTo>
                <a:lnTo>
                  <a:pt x="4274810" y="2398372"/>
                </a:lnTo>
                <a:cubicBezTo>
                  <a:pt x="4274810" y="2532051"/>
                  <a:pt x="4166442" y="2640419"/>
                  <a:pt x="4032763" y="2640419"/>
                </a:cubicBezTo>
                <a:lnTo>
                  <a:pt x="242047" y="2640419"/>
                </a:lnTo>
                <a:cubicBezTo>
                  <a:pt x="108368" y="2640419"/>
                  <a:pt x="0" y="2532051"/>
                  <a:pt x="0" y="2398372"/>
                </a:cubicBezTo>
                <a:lnTo>
                  <a:pt x="0" y="242047"/>
                </a:lnTo>
                <a:cubicBezTo>
                  <a:pt x="0" y="108368"/>
                  <a:pt x="108368" y="0"/>
                  <a:pt x="242047" y="0"/>
                </a:cubicBezTo>
                <a:close/>
              </a:path>
            </a:pathLst>
          </a:custGeom>
          <a:solidFill>
            <a:schemeClr val="bg1">
              <a:lumMod val="95000"/>
            </a:schemeClr>
          </a:solidFill>
          <a:effectLst>
            <a:outerShdw blurRad="685800" dist="381000" dir="5400000" sx="90000" sy="90000" algn="t" rotWithShape="0">
              <a:prstClr val="black">
                <a:alpha val="40000"/>
              </a:prstClr>
            </a:outerShdw>
          </a:effectLst>
        </p:spPr>
        <p:txBody>
          <a:bodyPr wrap="square">
            <a:noAutofit/>
          </a:bodyPr>
          <a:lstStyle>
            <a:lvl1pPr marL="0" indent="0" algn="ctr">
              <a:buNone/>
              <a:defRPr sz="12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p:stCondLst>
                                    <p:cond delay="125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1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175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564614" y="2131705"/>
            <a:ext cx="2786611" cy="2782303"/>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p:spPr>
        <p:txBody>
          <a:bodyPr wrap="square">
            <a:noAutofit/>
          </a:bodyPr>
          <a:lstStyle>
            <a:lvl1pPr marL="0" indent="0" algn="ctr">
              <a:buNone/>
              <a:defRPr sz="1750">
                <a:solidFill>
                  <a:schemeClr val="bg1">
                    <a:lumMod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618448" y="1660663"/>
            <a:ext cx="595940" cy="595019"/>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p:spPr>
        <p:txBody>
          <a:bodyPr wrap="square">
            <a:noAutofit/>
          </a:bodyPr>
          <a:lstStyle>
            <a:lvl1pPr marL="0" indent="0" algn="ctr">
              <a:buNone/>
              <a:defRPr sz="690">
                <a:solidFill>
                  <a:schemeClr val="bg1">
                    <a:lumMod val="50000"/>
                  </a:schemeClr>
                </a:solidFill>
              </a:defRPr>
            </a:lvl1pPr>
          </a:lstStyle>
          <a:p>
            <a:endParaRPr lang="id-ID"/>
          </a:p>
        </p:txBody>
      </p:sp>
      <p:sp>
        <p:nvSpPr>
          <p:cNvPr id="7" name="Picture Placeholder 5"/>
          <p:cNvSpPr>
            <a:spLocks noGrp="1"/>
          </p:cNvSpPr>
          <p:nvPr>
            <p:ph type="pic" sz="quarter" idx="11"/>
          </p:nvPr>
        </p:nvSpPr>
        <p:spPr>
          <a:xfrm>
            <a:off x="5618448" y="2641214"/>
            <a:ext cx="595940" cy="595019"/>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p:spPr>
        <p:txBody>
          <a:bodyPr wrap="square">
            <a:noAutofit/>
          </a:bodyPr>
          <a:lstStyle>
            <a:lvl1pPr marL="0" indent="0" algn="ctr">
              <a:buNone/>
              <a:defRPr sz="690">
                <a:solidFill>
                  <a:schemeClr val="bg1">
                    <a:lumMod val="50000"/>
                  </a:schemeClr>
                </a:solidFill>
              </a:defRPr>
            </a:lvl1pPr>
          </a:lstStyle>
          <a:p>
            <a:endParaRPr lang="id-ID"/>
          </a:p>
        </p:txBody>
      </p:sp>
      <p:sp>
        <p:nvSpPr>
          <p:cNvPr id="8" name="Picture Placeholder 5"/>
          <p:cNvSpPr>
            <a:spLocks noGrp="1"/>
          </p:cNvSpPr>
          <p:nvPr>
            <p:ph type="pic" sz="quarter" idx="12"/>
          </p:nvPr>
        </p:nvSpPr>
        <p:spPr>
          <a:xfrm>
            <a:off x="5618448" y="3621767"/>
            <a:ext cx="595940" cy="595019"/>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p:spPr>
        <p:txBody>
          <a:bodyPr wrap="square">
            <a:noAutofit/>
          </a:bodyPr>
          <a:lstStyle>
            <a:lvl1pPr marL="0" indent="0" algn="ctr">
              <a:buNone/>
              <a:defRPr sz="690">
                <a:solidFill>
                  <a:schemeClr val="bg1">
                    <a:lumMod val="50000"/>
                  </a:schemeClr>
                </a:solidFill>
              </a:defRPr>
            </a:lvl1pPr>
          </a:lstStyle>
          <a:p>
            <a:endParaRPr lang="id-ID"/>
          </a:p>
        </p:txBody>
      </p:sp>
      <p:sp>
        <p:nvSpPr>
          <p:cNvPr id="9" name="Picture Placeholder 5"/>
          <p:cNvSpPr>
            <a:spLocks noGrp="1"/>
          </p:cNvSpPr>
          <p:nvPr>
            <p:ph type="pic" sz="quarter" idx="13"/>
          </p:nvPr>
        </p:nvSpPr>
        <p:spPr>
          <a:xfrm>
            <a:off x="5618448" y="4602317"/>
            <a:ext cx="595940" cy="595019"/>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p:spPr>
        <p:txBody>
          <a:bodyPr wrap="square">
            <a:noAutofit/>
          </a:bodyPr>
          <a:lstStyle>
            <a:lvl1pPr marL="0" indent="0" algn="ctr">
              <a:buNone/>
              <a:defRPr sz="690">
                <a:solidFill>
                  <a:schemeClr val="bg1">
                    <a:lumMod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5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50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50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50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708945" y="3361531"/>
            <a:ext cx="1393790" cy="1920141"/>
          </a:xfrm>
          <a:custGeom>
            <a:avLst/>
            <a:gdLst>
              <a:gd name="connsiteX0" fmla="*/ 136825 w 1992496"/>
              <a:gd name="connsiteY0" fmla="*/ 0 h 2795541"/>
              <a:gd name="connsiteX1" fmla="*/ 1992496 w 1992496"/>
              <a:gd name="connsiteY1" fmla="*/ 0 h 2795541"/>
              <a:gd name="connsiteX2" fmla="*/ 1992496 w 1992496"/>
              <a:gd name="connsiteY2" fmla="*/ 2795541 h 2795541"/>
              <a:gd name="connsiteX3" fmla="*/ 136825 w 1992496"/>
              <a:gd name="connsiteY3" fmla="*/ 2795541 h 2795541"/>
              <a:gd name="connsiteX4" fmla="*/ 0 w 1992496"/>
              <a:gd name="connsiteY4" fmla="*/ 2658716 h 2795541"/>
              <a:gd name="connsiteX5" fmla="*/ 0 w 1992496"/>
              <a:gd name="connsiteY5" fmla="*/ 136825 h 2795541"/>
              <a:gd name="connsiteX6" fmla="*/ 136825 w 1992496"/>
              <a:gd name="connsiteY6" fmla="*/ 0 h 2795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496" h="2795541">
                <a:moveTo>
                  <a:pt x="136825" y="0"/>
                </a:moveTo>
                <a:lnTo>
                  <a:pt x="1992496" y="0"/>
                </a:lnTo>
                <a:lnTo>
                  <a:pt x="1992496" y="2795541"/>
                </a:lnTo>
                <a:lnTo>
                  <a:pt x="136825" y="2795541"/>
                </a:lnTo>
                <a:cubicBezTo>
                  <a:pt x="61259" y="2795541"/>
                  <a:pt x="0" y="2734282"/>
                  <a:pt x="0" y="2658716"/>
                </a:cubicBezTo>
                <a:lnTo>
                  <a:pt x="0" y="136825"/>
                </a:lnTo>
                <a:cubicBezTo>
                  <a:pt x="0" y="61259"/>
                  <a:pt x="61259" y="0"/>
                  <a:pt x="136825" y="0"/>
                </a:cubicBezTo>
                <a:close/>
              </a:path>
            </a:pathLst>
          </a:custGeom>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75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1+#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8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4689901" y="1894974"/>
            <a:ext cx="2812201" cy="1744579"/>
          </a:xfrm>
          <a:custGeom>
            <a:avLst/>
            <a:gdLst>
              <a:gd name="connsiteX0" fmla="*/ 102637 w 4492565"/>
              <a:gd name="connsiteY0" fmla="*/ 0 h 2791326"/>
              <a:gd name="connsiteX1" fmla="*/ 4389928 w 4492565"/>
              <a:gd name="connsiteY1" fmla="*/ 0 h 2791326"/>
              <a:gd name="connsiteX2" fmla="*/ 4492565 w 4492565"/>
              <a:gd name="connsiteY2" fmla="*/ 102637 h 2791326"/>
              <a:gd name="connsiteX3" fmla="*/ 4492565 w 4492565"/>
              <a:gd name="connsiteY3" fmla="*/ 2791326 h 2791326"/>
              <a:gd name="connsiteX4" fmla="*/ 0 w 4492565"/>
              <a:gd name="connsiteY4" fmla="*/ 2791326 h 2791326"/>
              <a:gd name="connsiteX5" fmla="*/ 0 w 4492565"/>
              <a:gd name="connsiteY5" fmla="*/ 102637 h 2791326"/>
              <a:gd name="connsiteX6" fmla="*/ 102637 w 4492565"/>
              <a:gd name="connsiteY6" fmla="*/ 0 h 279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2565" h="2791326">
                <a:moveTo>
                  <a:pt x="102637" y="0"/>
                </a:moveTo>
                <a:lnTo>
                  <a:pt x="4389928" y="0"/>
                </a:lnTo>
                <a:cubicBezTo>
                  <a:pt x="4446613" y="0"/>
                  <a:pt x="4492565" y="45952"/>
                  <a:pt x="4492565" y="102637"/>
                </a:cubicBezTo>
                <a:lnTo>
                  <a:pt x="4492565" y="2791326"/>
                </a:lnTo>
                <a:lnTo>
                  <a:pt x="0" y="2791326"/>
                </a:lnTo>
                <a:lnTo>
                  <a:pt x="0" y="102637"/>
                </a:lnTo>
                <a:cubicBezTo>
                  <a:pt x="0" y="45952"/>
                  <a:pt x="45952" y="0"/>
                  <a:pt x="102637" y="0"/>
                </a:cubicBezTo>
                <a:close/>
              </a:path>
            </a:pathLst>
          </a:custGeom>
        </p:spPr>
        <p:txBody>
          <a:bodyPr wrap="square">
            <a:noAutofit/>
          </a:bodyPr>
          <a:lstStyle>
            <a:lvl1pPr marL="0" indent="0" algn="ctr">
              <a:buNone/>
              <a:defRPr sz="2250">
                <a:solidFill>
                  <a:schemeClr val="tx1">
                    <a:lumMod val="50000"/>
                    <a:lumOff val="50000"/>
                  </a:schemeClr>
                </a:solidFill>
              </a:defRPr>
            </a:lvl1pPr>
          </a:lstStyle>
          <a:p>
            <a:endParaRPr lang="id-ID"/>
          </a:p>
        </p:txBody>
      </p:sp>
      <p:sp>
        <p:nvSpPr>
          <p:cNvPr id="7" name="Picture Placeholder 6"/>
          <p:cNvSpPr>
            <a:spLocks noGrp="1"/>
          </p:cNvSpPr>
          <p:nvPr>
            <p:ph type="pic" sz="quarter" idx="11"/>
          </p:nvPr>
        </p:nvSpPr>
        <p:spPr>
          <a:xfrm>
            <a:off x="7772473" y="1894974"/>
            <a:ext cx="2812201" cy="1744579"/>
          </a:xfrm>
          <a:custGeom>
            <a:avLst/>
            <a:gdLst>
              <a:gd name="connsiteX0" fmla="*/ 102637 w 4492565"/>
              <a:gd name="connsiteY0" fmla="*/ 0 h 2791326"/>
              <a:gd name="connsiteX1" fmla="*/ 4389928 w 4492565"/>
              <a:gd name="connsiteY1" fmla="*/ 0 h 2791326"/>
              <a:gd name="connsiteX2" fmla="*/ 4492565 w 4492565"/>
              <a:gd name="connsiteY2" fmla="*/ 102637 h 2791326"/>
              <a:gd name="connsiteX3" fmla="*/ 4492565 w 4492565"/>
              <a:gd name="connsiteY3" fmla="*/ 2791326 h 2791326"/>
              <a:gd name="connsiteX4" fmla="*/ 0 w 4492565"/>
              <a:gd name="connsiteY4" fmla="*/ 2791326 h 2791326"/>
              <a:gd name="connsiteX5" fmla="*/ 0 w 4492565"/>
              <a:gd name="connsiteY5" fmla="*/ 102637 h 2791326"/>
              <a:gd name="connsiteX6" fmla="*/ 102637 w 4492565"/>
              <a:gd name="connsiteY6" fmla="*/ 0 h 279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2565" h="2791326">
                <a:moveTo>
                  <a:pt x="102637" y="0"/>
                </a:moveTo>
                <a:lnTo>
                  <a:pt x="4389928" y="0"/>
                </a:lnTo>
                <a:cubicBezTo>
                  <a:pt x="4446613" y="0"/>
                  <a:pt x="4492565" y="45952"/>
                  <a:pt x="4492565" y="102637"/>
                </a:cubicBezTo>
                <a:lnTo>
                  <a:pt x="4492565" y="2791326"/>
                </a:lnTo>
                <a:lnTo>
                  <a:pt x="0" y="2791326"/>
                </a:lnTo>
                <a:lnTo>
                  <a:pt x="0" y="102637"/>
                </a:lnTo>
                <a:cubicBezTo>
                  <a:pt x="0" y="45952"/>
                  <a:pt x="45952" y="0"/>
                  <a:pt x="102637" y="0"/>
                </a:cubicBezTo>
                <a:close/>
              </a:path>
            </a:pathLst>
          </a:custGeom>
        </p:spPr>
        <p:txBody>
          <a:bodyPr wrap="square">
            <a:noAutofit/>
          </a:bodyPr>
          <a:lstStyle>
            <a:lvl1pPr marL="0" indent="0" algn="ctr">
              <a:buNone/>
              <a:defRPr sz="22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25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50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8" name="Picture Placeholder 13"/>
          <p:cNvSpPr>
            <a:spLocks noGrp="1"/>
          </p:cNvSpPr>
          <p:nvPr>
            <p:ph type="pic" sz="quarter" idx="20"/>
          </p:nvPr>
        </p:nvSpPr>
        <p:spPr>
          <a:xfrm rot="2400000">
            <a:off x="8278014" y="-148898"/>
            <a:ext cx="3810879" cy="2666975"/>
          </a:xfrm>
          <a:prstGeom prst="rect">
            <a:avLst/>
          </a:prstGeom>
          <a:solidFill>
            <a:schemeClr val="bg1">
              <a:lumMod val="95000"/>
            </a:schemeClr>
          </a:solidFill>
          <a:ln w="130175">
            <a:solidFill>
              <a:schemeClr val="bg1"/>
            </a:solidFill>
            <a:miter lim="800000"/>
          </a:ln>
          <a:effectLst>
            <a:outerShdw blurRad="1270000" dist="190500" dir="16200000"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7" name="Picture Placeholder 13"/>
          <p:cNvSpPr>
            <a:spLocks noGrp="1"/>
          </p:cNvSpPr>
          <p:nvPr>
            <p:ph type="pic" sz="quarter" idx="19"/>
          </p:nvPr>
        </p:nvSpPr>
        <p:spPr>
          <a:xfrm rot="1200000">
            <a:off x="6898746" y="1612594"/>
            <a:ext cx="3810879" cy="2666975"/>
          </a:xfrm>
          <a:prstGeom prst="rect">
            <a:avLst/>
          </a:prstGeom>
          <a:solidFill>
            <a:schemeClr val="bg1">
              <a:lumMod val="95000"/>
            </a:schemeClr>
          </a:solidFill>
          <a:ln w="130175">
            <a:solidFill>
              <a:schemeClr val="bg1"/>
            </a:solidFill>
            <a:miter lim="800000"/>
          </a:ln>
          <a:effectLst>
            <a:outerShdw blurRad="1270000" dist="190500" dir="16200000"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6" name="Picture Placeholder 13"/>
          <p:cNvSpPr>
            <a:spLocks noGrp="1"/>
          </p:cNvSpPr>
          <p:nvPr>
            <p:ph type="pic" sz="quarter" idx="18"/>
          </p:nvPr>
        </p:nvSpPr>
        <p:spPr>
          <a:xfrm>
            <a:off x="6940442" y="3054108"/>
            <a:ext cx="3810879" cy="2666975"/>
          </a:xfrm>
          <a:prstGeom prst="rect">
            <a:avLst/>
          </a:prstGeom>
          <a:solidFill>
            <a:schemeClr val="bg1">
              <a:lumMod val="95000"/>
            </a:schemeClr>
          </a:solidFill>
          <a:ln w="130175">
            <a:solidFill>
              <a:schemeClr val="bg1"/>
            </a:solidFill>
            <a:miter lim="800000"/>
          </a:ln>
          <a:effectLst>
            <a:outerShdw blurRad="1270000" dist="190500" dir="16200000"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9" name="Picture Placeholder 13"/>
          <p:cNvSpPr>
            <a:spLocks noGrp="1"/>
          </p:cNvSpPr>
          <p:nvPr>
            <p:ph type="pic" sz="quarter" idx="21"/>
          </p:nvPr>
        </p:nvSpPr>
        <p:spPr>
          <a:xfrm rot="-2400000">
            <a:off x="8308719" y="4339923"/>
            <a:ext cx="3810879" cy="2666975"/>
          </a:xfrm>
          <a:prstGeom prst="rect">
            <a:avLst/>
          </a:prstGeom>
          <a:solidFill>
            <a:schemeClr val="bg1">
              <a:lumMod val="95000"/>
            </a:schemeClr>
          </a:solidFill>
          <a:ln w="130175">
            <a:solidFill>
              <a:schemeClr val="bg1"/>
            </a:solidFill>
            <a:miter lim="800000"/>
          </a:ln>
          <a:effectLst>
            <a:outerShdw blurRad="1270000" dist="190500" dir="16200000"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50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50" fill="hold"/>
                                        <p:tgtEl>
                                          <p:spTgt spid="9"/>
                                        </p:tgtEl>
                                        <p:attrNameLst>
                                          <p:attrName>ppt_x</p:attrName>
                                        </p:attrNameLst>
                                      </p:cBhvr>
                                      <p:tavLst>
                                        <p:tav tm="0">
                                          <p:val>
                                            <p:strVal val="#ppt_x"/>
                                          </p:val>
                                        </p:tav>
                                        <p:tav tm="100000">
                                          <p:val>
                                            <p:strVal val="#ppt_x"/>
                                          </p:val>
                                        </p:tav>
                                      </p:tavLst>
                                    </p:anim>
                                    <p:anim calcmode="lin" valueType="num">
                                      <p:cBhvr additive="base">
                                        <p:cTn id="20"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6" grpId="0" animBg="1"/>
      <p:bldP spid="9"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8" name="Picture Placeholder 5"/>
          <p:cNvSpPr>
            <a:spLocks noGrp="1"/>
          </p:cNvSpPr>
          <p:nvPr>
            <p:ph type="pic" sz="quarter" idx="10"/>
          </p:nvPr>
        </p:nvSpPr>
        <p:spPr>
          <a:xfrm>
            <a:off x="7742204" y="2690813"/>
            <a:ext cx="1776779" cy="1774031"/>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1000">
                <a:solidFill>
                  <a:schemeClr val="bg1">
                    <a:lumMod val="50000"/>
                  </a:schemeClr>
                </a:solidFill>
              </a:defRPr>
            </a:lvl1pPr>
          </a:lstStyle>
          <a:p>
            <a:endParaRPr lang="id-ID"/>
          </a:p>
        </p:txBody>
      </p:sp>
      <p:sp>
        <p:nvSpPr>
          <p:cNvPr id="9" name="Picture Placeholder 5"/>
          <p:cNvSpPr>
            <a:spLocks noGrp="1"/>
          </p:cNvSpPr>
          <p:nvPr>
            <p:ph type="pic" sz="quarter" idx="11"/>
          </p:nvPr>
        </p:nvSpPr>
        <p:spPr>
          <a:xfrm>
            <a:off x="9897638" y="1706476"/>
            <a:ext cx="911056" cy="909648"/>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565">
                <a:solidFill>
                  <a:schemeClr val="bg1">
                    <a:lumMod val="50000"/>
                  </a:schemeClr>
                </a:solidFill>
              </a:defRPr>
            </a:lvl1pPr>
          </a:lstStyle>
          <a:p>
            <a:endParaRPr lang="id-ID"/>
          </a:p>
        </p:txBody>
      </p:sp>
      <p:sp>
        <p:nvSpPr>
          <p:cNvPr id="10" name="Picture Placeholder 5"/>
          <p:cNvSpPr>
            <a:spLocks noGrp="1"/>
          </p:cNvSpPr>
          <p:nvPr>
            <p:ph type="pic" sz="quarter" idx="12"/>
          </p:nvPr>
        </p:nvSpPr>
        <p:spPr>
          <a:xfrm>
            <a:off x="8118515" y="927534"/>
            <a:ext cx="911056" cy="909648"/>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565">
                <a:solidFill>
                  <a:schemeClr val="bg1">
                    <a:lumMod val="50000"/>
                  </a:schemeClr>
                </a:solidFill>
              </a:defRPr>
            </a:lvl1pPr>
          </a:lstStyle>
          <a:p>
            <a:endParaRPr lang="id-ID"/>
          </a:p>
        </p:txBody>
      </p:sp>
      <p:sp>
        <p:nvSpPr>
          <p:cNvPr id="11" name="Picture Placeholder 5"/>
          <p:cNvSpPr>
            <a:spLocks noGrp="1"/>
          </p:cNvSpPr>
          <p:nvPr>
            <p:ph type="pic" sz="quarter" idx="13"/>
          </p:nvPr>
        </p:nvSpPr>
        <p:spPr>
          <a:xfrm>
            <a:off x="6415857" y="1885212"/>
            <a:ext cx="911056" cy="909648"/>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565">
                <a:solidFill>
                  <a:schemeClr val="bg1">
                    <a:lumMod val="50000"/>
                  </a:schemeClr>
                </a:solidFill>
              </a:defRPr>
            </a:lvl1pPr>
          </a:lstStyle>
          <a:p>
            <a:endParaRPr lang="id-ID"/>
          </a:p>
        </p:txBody>
      </p:sp>
      <p:sp>
        <p:nvSpPr>
          <p:cNvPr id="12" name="Picture Placeholder 5"/>
          <p:cNvSpPr>
            <a:spLocks noGrp="1"/>
          </p:cNvSpPr>
          <p:nvPr>
            <p:ph type="pic" sz="quarter" idx="14"/>
          </p:nvPr>
        </p:nvSpPr>
        <p:spPr>
          <a:xfrm>
            <a:off x="6677813" y="4829454"/>
            <a:ext cx="911056" cy="909648"/>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565">
                <a:solidFill>
                  <a:schemeClr val="bg1">
                    <a:lumMod val="50000"/>
                  </a:schemeClr>
                </a:solidFill>
              </a:defRPr>
            </a:lvl1pPr>
          </a:lstStyle>
          <a:p>
            <a:endParaRPr lang="id-ID"/>
          </a:p>
        </p:txBody>
      </p:sp>
      <p:sp>
        <p:nvSpPr>
          <p:cNvPr id="13" name="Picture Placeholder 5"/>
          <p:cNvSpPr>
            <a:spLocks noGrp="1"/>
          </p:cNvSpPr>
          <p:nvPr>
            <p:ph type="pic" sz="quarter" idx="15"/>
          </p:nvPr>
        </p:nvSpPr>
        <p:spPr>
          <a:xfrm>
            <a:off x="9897638" y="4779127"/>
            <a:ext cx="911056" cy="909648"/>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565">
                <a:solidFill>
                  <a:schemeClr val="bg1">
                    <a:lumMod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150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1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150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grpId="0" nodeType="withEffect">
                                  <p:stCondLst>
                                    <p:cond delay="150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animEffect transition="in" filter="fade">
                                      <p:cBhvr>
                                        <p:cTn id="29" dur="500"/>
                                        <p:tgtEl>
                                          <p:spTgt spid="13"/>
                                        </p:tgtEl>
                                      </p:cBhvr>
                                    </p:animEffect>
                                  </p:childTnLst>
                                </p:cTn>
                              </p:par>
                              <p:par>
                                <p:cTn id="30" presetID="53" presetClass="entr" presetSubtype="16" fill="hold" grpId="0" nodeType="withEffect">
                                  <p:stCondLst>
                                    <p:cond delay="150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3" name="Picture Placeholder 13"/>
          <p:cNvSpPr>
            <a:spLocks noGrp="1"/>
          </p:cNvSpPr>
          <p:nvPr>
            <p:ph type="pic" sz="quarter" idx="18"/>
          </p:nvPr>
        </p:nvSpPr>
        <p:spPr>
          <a:xfrm>
            <a:off x="0" y="2036885"/>
            <a:ext cx="12192000" cy="3472962"/>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5" name="Picture Placeholder 13"/>
          <p:cNvSpPr>
            <a:spLocks noGrp="1"/>
          </p:cNvSpPr>
          <p:nvPr>
            <p:ph type="pic" sz="quarter" idx="19"/>
          </p:nvPr>
        </p:nvSpPr>
        <p:spPr>
          <a:xfrm>
            <a:off x="1078203" y="811161"/>
            <a:ext cx="4597544" cy="6046839"/>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no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ppt_x"/>
                                          </p:val>
                                        </p:tav>
                                        <p:tav tm="100000">
                                          <p:val>
                                            <p:strVal val="#ppt_x"/>
                                          </p:val>
                                        </p:tav>
                                      </p:tavLst>
                                    </p:anim>
                                    <p:anim calcmode="lin" valueType="num">
                                      <p:cBhvr additive="base">
                                        <p:cTn id="8"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3_Title Slide">
    <p:spTree>
      <p:nvGrpSpPr>
        <p:cNvPr id="1" name=""/>
        <p:cNvGrpSpPr/>
        <p:nvPr/>
      </p:nvGrpSpPr>
      <p:grpSpPr>
        <a:xfrm>
          <a:off x="0" y="0"/>
          <a:ext cx="0" cy="0"/>
          <a:chOff x="0" y="0"/>
          <a:chExt cx="0" cy="0"/>
        </a:xfrm>
      </p:grpSpPr>
      <p:sp>
        <p:nvSpPr>
          <p:cNvPr id="3" name="Picture Placeholder 13"/>
          <p:cNvSpPr>
            <a:spLocks noGrp="1"/>
          </p:cNvSpPr>
          <p:nvPr>
            <p:ph type="pic" sz="quarter" idx="18"/>
          </p:nvPr>
        </p:nvSpPr>
        <p:spPr>
          <a:xfrm>
            <a:off x="0" y="0"/>
            <a:ext cx="12192000" cy="3384352"/>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9" name="Picture Placeholder 13"/>
          <p:cNvSpPr>
            <a:spLocks noGrp="1"/>
          </p:cNvSpPr>
          <p:nvPr>
            <p:ph type="pic" sz="quarter" idx="21"/>
          </p:nvPr>
        </p:nvSpPr>
        <p:spPr>
          <a:xfrm>
            <a:off x="9144000" y="0"/>
            <a:ext cx="3048000" cy="685800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outerShdw blurRad="1270000" dist="203200" algn="l"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8" name="Picture Placeholder 13"/>
          <p:cNvSpPr>
            <a:spLocks noGrp="1"/>
          </p:cNvSpPr>
          <p:nvPr>
            <p:ph type="pic" sz="quarter" idx="20"/>
          </p:nvPr>
        </p:nvSpPr>
        <p:spPr>
          <a:xfrm>
            <a:off x="6096001" y="0"/>
            <a:ext cx="3048000" cy="685800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outerShdw blurRad="1270000" dist="203200" algn="l"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7" name="Picture Placeholder 13"/>
          <p:cNvSpPr>
            <a:spLocks noGrp="1"/>
          </p:cNvSpPr>
          <p:nvPr>
            <p:ph type="pic" sz="quarter" idx="19"/>
          </p:nvPr>
        </p:nvSpPr>
        <p:spPr>
          <a:xfrm>
            <a:off x="3048001" y="0"/>
            <a:ext cx="3048000" cy="685800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outerShdw blurRad="1270000" dist="203200" algn="l"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6" name="Picture Placeholder 13"/>
          <p:cNvSpPr>
            <a:spLocks noGrp="1"/>
          </p:cNvSpPr>
          <p:nvPr>
            <p:ph type="pic" sz="quarter" idx="18"/>
          </p:nvPr>
        </p:nvSpPr>
        <p:spPr>
          <a:xfrm>
            <a:off x="0" y="0"/>
            <a:ext cx="3048000" cy="685800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schemeClr>
          </a:solidFill>
          <a:effectLst>
            <a:outerShdw blurRad="1270000" dist="203200" algn="l" rotWithShape="0">
              <a:prstClr val="black">
                <a:alpha val="40000"/>
              </a:prstClr>
            </a:outerShdw>
          </a:effectLst>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1+#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1+#ppt_w/2"/>
                                          </p:val>
                                        </p:tav>
                                        <p:tav tm="100000">
                                          <p:val>
                                            <p:strVal val="#ppt_x"/>
                                          </p:val>
                                        </p:tav>
                                      </p:tavLst>
                                    </p:anim>
                                    <p:anim calcmode="lin" valueType="num">
                                      <p:cBhvr additive="base">
                                        <p:cTn id="12" dur="75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1+#ppt_w/2"/>
                                          </p:val>
                                        </p:tav>
                                        <p:tav tm="100000">
                                          <p:val>
                                            <p:strVal val="#ppt_x"/>
                                          </p:val>
                                        </p:tav>
                                      </p:tavLst>
                                    </p:anim>
                                    <p:anim calcmode="lin" valueType="num">
                                      <p:cBhvr additive="base">
                                        <p:cTn id="16" dur="75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50" fill="hold"/>
                                        <p:tgtEl>
                                          <p:spTgt spid="9"/>
                                        </p:tgtEl>
                                        <p:attrNameLst>
                                          <p:attrName>ppt_x</p:attrName>
                                        </p:attrNameLst>
                                      </p:cBhvr>
                                      <p:tavLst>
                                        <p:tav tm="0">
                                          <p:val>
                                            <p:strVal val="1+#ppt_w/2"/>
                                          </p:val>
                                        </p:tav>
                                        <p:tav tm="100000">
                                          <p:val>
                                            <p:strVal val="#ppt_x"/>
                                          </p:val>
                                        </p:tav>
                                      </p:tavLst>
                                    </p:anim>
                                    <p:anim calcmode="lin" valueType="num">
                                      <p:cBhvr additive="base">
                                        <p:cTn id="20"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7" grpId="0" animBg="1"/>
      <p:bldP spid="6"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5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773172" y="-1922856"/>
            <a:ext cx="4645659" cy="4638476"/>
          </a:xfrm>
          <a:custGeom>
            <a:avLst/>
            <a:gdLst>
              <a:gd name="connsiteX0" fmla="*/ 3710776 w 7421561"/>
              <a:gd name="connsiteY0" fmla="*/ 1035240 h 7421562"/>
              <a:gd name="connsiteX1" fmla="*/ 1035235 w 7421561"/>
              <a:gd name="connsiteY1" fmla="*/ 3710777 h 7421562"/>
              <a:gd name="connsiteX2" fmla="*/ 3710776 w 7421561"/>
              <a:gd name="connsiteY2" fmla="*/ 6386314 h 7421562"/>
              <a:gd name="connsiteX3" fmla="*/ 6386317 w 7421561"/>
              <a:gd name="connsiteY3" fmla="*/ 3710777 h 7421562"/>
              <a:gd name="connsiteX4" fmla="*/ 3710776 w 7421561"/>
              <a:gd name="connsiteY4" fmla="*/ 1035240 h 7421562"/>
              <a:gd name="connsiteX5" fmla="*/ 3710780 w 7421561"/>
              <a:gd name="connsiteY5" fmla="*/ 0 h 7421562"/>
              <a:gd name="connsiteX6" fmla="*/ 7421561 w 7421561"/>
              <a:gd name="connsiteY6" fmla="*/ 3710781 h 7421562"/>
              <a:gd name="connsiteX7" fmla="*/ 3710780 w 7421561"/>
              <a:gd name="connsiteY7" fmla="*/ 7421562 h 7421562"/>
              <a:gd name="connsiteX8" fmla="*/ 0 w 7421561"/>
              <a:gd name="connsiteY8" fmla="*/ 3710781 h 7421562"/>
              <a:gd name="connsiteX9" fmla="*/ 3710780 w 7421561"/>
              <a:gd name="connsiteY9" fmla="*/ 0 h 742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21561" h="7421562">
                <a:moveTo>
                  <a:pt x="3710776" y="1035240"/>
                </a:moveTo>
                <a:cubicBezTo>
                  <a:pt x="2233117" y="1035240"/>
                  <a:pt x="1035235" y="2233118"/>
                  <a:pt x="1035235" y="3710777"/>
                </a:cubicBezTo>
                <a:cubicBezTo>
                  <a:pt x="1035235" y="5188436"/>
                  <a:pt x="2233117" y="6386314"/>
                  <a:pt x="3710776" y="6386314"/>
                </a:cubicBezTo>
                <a:cubicBezTo>
                  <a:pt x="5188435" y="6386314"/>
                  <a:pt x="6386317" y="5188436"/>
                  <a:pt x="6386317" y="3710777"/>
                </a:cubicBezTo>
                <a:cubicBezTo>
                  <a:pt x="6386317" y="2233118"/>
                  <a:pt x="5188435" y="1035240"/>
                  <a:pt x="3710776" y="1035240"/>
                </a:cubicBezTo>
                <a:close/>
                <a:moveTo>
                  <a:pt x="3710780" y="0"/>
                </a:moveTo>
                <a:cubicBezTo>
                  <a:pt x="5760188" y="0"/>
                  <a:pt x="7421561" y="1661373"/>
                  <a:pt x="7421561" y="3710781"/>
                </a:cubicBezTo>
                <a:cubicBezTo>
                  <a:pt x="7421561" y="5760189"/>
                  <a:pt x="5760188" y="7421562"/>
                  <a:pt x="3710780" y="7421562"/>
                </a:cubicBezTo>
                <a:cubicBezTo>
                  <a:pt x="1661372" y="7421562"/>
                  <a:pt x="0" y="5760189"/>
                  <a:pt x="0" y="3710781"/>
                </a:cubicBezTo>
                <a:cubicBezTo>
                  <a:pt x="0" y="1661373"/>
                  <a:pt x="1661372" y="0"/>
                  <a:pt x="3710780" y="0"/>
                </a:cubicBezTo>
                <a:close/>
              </a:path>
            </a:pathLst>
          </a:custGeom>
        </p:spPr>
        <p:txBody>
          <a:bodyPr wrap="square">
            <a:noAutofit/>
          </a:bodyPr>
          <a:lstStyle>
            <a:lvl1pPr marL="0" indent="0" algn="ctr">
              <a:buNone/>
              <a:defRPr sz="2250">
                <a:solidFill>
                  <a:schemeClr val="tx1">
                    <a:lumMod val="50000"/>
                    <a:lumOff val="50000"/>
                  </a:schemeClr>
                </a:solidFill>
              </a:defRPr>
            </a:lvl1pPr>
          </a:lstStyle>
          <a:p>
            <a:endParaRPr lang="id-ID"/>
          </a:p>
        </p:txBody>
      </p:sp>
      <p:sp>
        <p:nvSpPr>
          <p:cNvPr id="6" name="Picture Placeholder 5"/>
          <p:cNvSpPr>
            <a:spLocks noGrp="1"/>
          </p:cNvSpPr>
          <p:nvPr>
            <p:ph type="pic" sz="quarter" idx="11"/>
          </p:nvPr>
        </p:nvSpPr>
        <p:spPr>
          <a:xfrm>
            <a:off x="5014474" y="1370013"/>
            <a:ext cx="2163053" cy="2159709"/>
          </a:xfrm>
          <a:custGeom>
            <a:avLst/>
            <a:gdLst>
              <a:gd name="connsiteX0" fmla="*/ 2225842 w 4451684"/>
              <a:gd name="connsiteY0" fmla="*/ 0 h 4451684"/>
              <a:gd name="connsiteX1" fmla="*/ 4451684 w 4451684"/>
              <a:gd name="connsiteY1" fmla="*/ 2225842 h 4451684"/>
              <a:gd name="connsiteX2" fmla="*/ 2225842 w 4451684"/>
              <a:gd name="connsiteY2" fmla="*/ 4451684 h 4451684"/>
              <a:gd name="connsiteX3" fmla="*/ 0 w 4451684"/>
              <a:gd name="connsiteY3" fmla="*/ 2225842 h 4451684"/>
              <a:gd name="connsiteX4" fmla="*/ 2225842 w 4451684"/>
              <a:gd name="connsiteY4" fmla="*/ 0 h 445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684" h="4451684">
                <a:moveTo>
                  <a:pt x="2225842" y="0"/>
                </a:moveTo>
                <a:cubicBezTo>
                  <a:pt x="3455141" y="0"/>
                  <a:pt x="4451684" y="996543"/>
                  <a:pt x="4451684" y="2225842"/>
                </a:cubicBezTo>
                <a:cubicBezTo>
                  <a:pt x="4451684" y="3455141"/>
                  <a:pt x="3455141" y="4451684"/>
                  <a:pt x="2225842" y="4451684"/>
                </a:cubicBezTo>
                <a:cubicBezTo>
                  <a:pt x="996543" y="4451684"/>
                  <a:pt x="0" y="3455141"/>
                  <a:pt x="0" y="2225842"/>
                </a:cubicBezTo>
                <a:cubicBezTo>
                  <a:pt x="0" y="996543"/>
                  <a:pt x="996543" y="0"/>
                  <a:pt x="2225842" y="0"/>
                </a:cubicBezTo>
                <a:close/>
              </a:path>
            </a:pathLst>
          </a:custGeom>
          <a:solidFill>
            <a:schemeClr val="bg1">
              <a:lumMod val="95000"/>
            </a:schemeClr>
          </a:solidFill>
          <a:ln w="60325">
            <a:solidFill>
              <a:schemeClr val="bg1"/>
            </a:solidFill>
          </a:ln>
          <a:effectLst>
            <a:outerShdw blurRad="1270000" sx="90000" sy="90000" algn="ctr" rotWithShape="0">
              <a:schemeClr val="bg1">
                <a:lumMod val="75000"/>
                <a:alpha val="40000"/>
              </a:schemeClr>
            </a:outerShdw>
          </a:effectLst>
        </p:spPr>
        <p:txBody>
          <a:bodyPr wrap="square">
            <a:noAutofit/>
          </a:bodyPr>
          <a:lstStyle>
            <a:lvl1pPr marL="0" indent="0" algn="ctr">
              <a:buNone/>
              <a:defRPr sz="1000">
                <a:solidFill>
                  <a:schemeClr val="bg1">
                    <a:lumMod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6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5067421" y="2402012"/>
            <a:ext cx="2057160" cy="2053978"/>
          </a:xfrm>
          <a:custGeom>
            <a:avLst/>
            <a:gdLst>
              <a:gd name="connsiteX0" fmla="*/ 1643183 w 3286366"/>
              <a:gd name="connsiteY0" fmla="*/ 0 h 3286364"/>
              <a:gd name="connsiteX1" fmla="*/ 3286366 w 3286366"/>
              <a:gd name="connsiteY1" fmla="*/ 1643182 h 3286364"/>
              <a:gd name="connsiteX2" fmla="*/ 1643183 w 3286366"/>
              <a:gd name="connsiteY2" fmla="*/ 3286364 h 3286364"/>
              <a:gd name="connsiteX3" fmla="*/ 0 w 3286366"/>
              <a:gd name="connsiteY3" fmla="*/ 1643182 h 3286364"/>
              <a:gd name="connsiteX4" fmla="*/ 1643183 w 3286366"/>
              <a:gd name="connsiteY4" fmla="*/ 0 h 3286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366" h="3286364">
                <a:moveTo>
                  <a:pt x="1643183" y="0"/>
                </a:moveTo>
                <a:cubicBezTo>
                  <a:pt x="2550688" y="0"/>
                  <a:pt x="3286366" y="735678"/>
                  <a:pt x="3286366" y="1643182"/>
                </a:cubicBezTo>
                <a:cubicBezTo>
                  <a:pt x="3286366" y="2550686"/>
                  <a:pt x="2550688" y="3286364"/>
                  <a:pt x="1643183" y="3286364"/>
                </a:cubicBezTo>
                <a:cubicBezTo>
                  <a:pt x="735678" y="3286364"/>
                  <a:pt x="0" y="2550686"/>
                  <a:pt x="0" y="1643182"/>
                </a:cubicBezTo>
                <a:cubicBezTo>
                  <a:pt x="0" y="735678"/>
                  <a:pt x="735678" y="0"/>
                  <a:pt x="1643183" y="0"/>
                </a:cubicBezTo>
                <a:close/>
              </a:path>
            </a:pathLst>
          </a:custGeom>
        </p:spPr>
        <p:txBody>
          <a:bodyPr wrap="square">
            <a:noAutofit/>
          </a:bodyPr>
          <a:lstStyle>
            <a:lvl1pPr marL="0" indent="0" algn="ctr">
              <a:buNone/>
              <a:defRPr sz="12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75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7_Title Slide">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6145770" y="2"/>
            <a:ext cx="6046232" cy="6857999"/>
          </a:xfrm>
          <a:custGeom>
            <a:avLst/>
            <a:gdLst>
              <a:gd name="connsiteX0" fmla="*/ 1845239 w 9659013"/>
              <a:gd name="connsiteY0" fmla="*/ 0 h 10972799"/>
              <a:gd name="connsiteX1" fmla="*/ 9659009 w 9659013"/>
              <a:gd name="connsiteY1" fmla="*/ 0 h 10972799"/>
              <a:gd name="connsiteX2" fmla="*/ 9659013 w 9659013"/>
              <a:gd name="connsiteY2" fmla="*/ 0 h 10972799"/>
              <a:gd name="connsiteX3" fmla="*/ 9659013 w 9659013"/>
              <a:gd name="connsiteY3" fmla="*/ 10972799 h 10972799"/>
              <a:gd name="connsiteX4" fmla="*/ 9659009 w 9659013"/>
              <a:gd name="connsiteY4" fmla="*/ 10972799 h 10972799"/>
              <a:gd name="connsiteX5" fmla="*/ 1845238 w 9659013"/>
              <a:gd name="connsiteY5" fmla="*/ 10972799 h 10972799"/>
              <a:gd name="connsiteX6" fmla="*/ 1804479 w 9659013"/>
              <a:gd name="connsiteY6" fmla="*/ 10920932 h 10972799"/>
              <a:gd name="connsiteX7" fmla="*/ 0 w 9659013"/>
              <a:gd name="connsiteY7" fmla="*/ 5486402 h 10972799"/>
              <a:gd name="connsiteX8" fmla="*/ 1804478 w 9659013"/>
              <a:gd name="connsiteY8" fmla="*/ 51869 h 1097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59013" h="10972799">
                <a:moveTo>
                  <a:pt x="1845239" y="0"/>
                </a:moveTo>
                <a:lnTo>
                  <a:pt x="9659009" y="0"/>
                </a:lnTo>
                <a:lnTo>
                  <a:pt x="9659013" y="0"/>
                </a:lnTo>
                <a:lnTo>
                  <a:pt x="9659013" y="10972799"/>
                </a:lnTo>
                <a:lnTo>
                  <a:pt x="9659009" y="10972799"/>
                </a:lnTo>
                <a:lnTo>
                  <a:pt x="1845238" y="10972799"/>
                </a:lnTo>
                <a:lnTo>
                  <a:pt x="1804479" y="10920932"/>
                </a:lnTo>
                <a:cubicBezTo>
                  <a:pt x="671150" y="9405492"/>
                  <a:pt x="0" y="7524324"/>
                  <a:pt x="0" y="5486402"/>
                </a:cubicBezTo>
                <a:cubicBezTo>
                  <a:pt x="0" y="3448477"/>
                  <a:pt x="671150" y="1567309"/>
                  <a:pt x="1804478" y="51869"/>
                </a:cubicBezTo>
                <a:close/>
              </a:path>
            </a:pathLst>
          </a:custGeom>
          <a:solidFill>
            <a:schemeClr val="bg1">
              <a:lumMod val="95000"/>
            </a:schemeClr>
          </a:solidFill>
          <a:ln w="190500">
            <a:solidFill>
              <a:schemeClr val="bg1"/>
            </a:solidFill>
          </a:ln>
          <a:effectLst>
            <a:outerShdw blurRad="1270000" dist="381000" dir="10800000" sx="95000" sy="95000" algn="r" rotWithShape="0">
              <a:schemeClr val="bg1">
                <a:lumMod val="75000"/>
                <a:alpha val="40000"/>
              </a:schemeClr>
            </a:outerShdw>
          </a:effectLst>
        </p:spPr>
        <p:txBody>
          <a:bodyPr wrap="square">
            <a:noAutofit/>
          </a:bodyPr>
          <a:lstStyle>
            <a:lvl1pPr marL="0" indent="0" algn="ctr">
              <a:buNone/>
              <a:defRPr>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0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1+#ppt_w/2"/>
                                          </p:val>
                                        </p:tav>
                                        <p:tav tm="100000">
                                          <p:val>
                                            <p:strVal val="#ppt_x"/>
                                          </p:val>
                                        </p:tav>
                                      </p:tavLst>
                                    </p:anim>
                                    <p:anim calcmode="lin" valueType="num">
                                      <p:cBhvr additive="base">
                                        <p:cTn id="8" dur="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38_Title Slide">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showMasterSp="0">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01727" y="3854734"/>
            <a:ext cx="11573250" cy="2898879"/>
          </a:xfrm>
          <a:prstGeom prst="rect">
            <a:avLst/>
          </a:prstGeom>
          <a:blipFill>
            <a:blip r:embed="rId2" cstate="print"/>
            <a:stretch>
              <a:fillRect/>
            </a:stretch>
          </a:blipFill>
        </p:spPr>
        <p:txBody>
          <a:bodyPr wrap="square" lIns="0" tIns="0" rIns="0" bIns="0" rtlCol="0"/>
          <a:lstStyle/>
          <a:p>
            <a:endParaRPr sz="38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1" Type="http://schemas.openxmlformats.org/officeDocument/2006/relationships/theme" Target="../theme/theme1.xml"/><Relationship Id="rId40" Type="http://schemas.openxmlformats.org/officeDocument/2006/relationships/image" Target="../media/image2.png"/><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6"/>
          <p:cNvSpPr/>
          <p:nvPr userDrawn="1"/>
        </p:nvSpPr>
        <p:spPr>
          <a:xfrm>
            <a:off x="-694483" y="4561627"/>
            <a:ext cx="1098361" cy="1096663"/>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8" name="Oval 7"/>
          <p:cNvSpPr/>
          <p:nvPr userDrawn="1"/>
        </p:nvSpPr>
        <p:spPr>
          <a:xfrm>
            <a:off x="3003592" y="4438060"/>
            <a:ext cx="123759" cy="123568"/>
          </a:xfrm>
          <a:prstGeom prst="ellipse">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9" name="Diamond 8"/>
          <p:cNvSpPr/>
          <p:nvPr userDrawn="1"/>
        </p:nvSpPr>
        <p:spPr>
          <a:xfrm>
            <a:off x="5775886" y="3064605"/>
            <a:ext cx="204217" cy="203901"/>
          </a:xfrm>
          <a:prstGeom prst="diamond">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10" name="TextBox 9"/>
          <p:cNvSpPr txBox="1"/>
          <p:nvPr userDrawn="1"/>
        </p:nvSpPr>
        <p:spPr>
          <a:xfrm rot="10800000" flipV="1">
            <a:off x="10796985" y="193031"/>
            <a:ext cx="1116324" cy="669414"/>
          </a:xfrm>
          <a:prstGeom prst="rect">
            <a:avLst/>
          </a:prstGeom>
          <a:noFill/>
        </p:spPr>
        <p:txBody>
          <a:bodyPr wrap="square" rtlCol="0">
            <a:spAutoFit/>
          </a:bodyPr>
          <a:lstStyle/>
          <a:p>
            <a:pPr algn="ctr"/>
            <a:fld id="{260E2A6B-A809-4840-BF14-8648BC0BDF87}" type="slidenum">
              <a:rPr lang="id-ID" sz="3750" b="1" i="0" smtClean="0">
                <a:solidFill>
                  <a:schemeClr val="bg1">
                    <a:lumMod val="95000"/>
                  </a:schemeClr>
                </a:solidFill>
                <a:latin typeface="Geomanist Regular" panose="02000503000000020004" pitchFamily="50" charset="0"/>
                <a:ea typeface="Roboto Condensed" panose="02000000000000000000" pitchFamily="2" charset="0"/>
                <a:cs typeface="Segoe UI" panose="020B0502040204020203" pitchFamily="34" charset="0"/>
              </a:rPr>
            </a:fld>
            <a:endParaRPr lang="id-ID" sz="7190" b="1" i="0" dirty="0">
              <a:solidFill>
                <a:schemeClr val="bg1">
                  <a:lumMod val="95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sp>
        <p:nvSpPr>
          <p:cNvPr id="26" name="Oval 25"/>
          <p:cNvSpPr/>
          <p:nvPr userDrawn="1"/>
        </p:nvSpPr>
        <p:spPr>
          <a:xfrm>
            <a:off x="11753063" y="-438259"/>
            <a:ext cx="877875" cy="876518"/>
          </a:xfrm>
          <a:prstGeom prst="ellipse">
            <a:avLst/>
          </a:prstGeom>
          <a:solidFill>
            <a:schemeClr val="bg1">
              <a:lumMod val="9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7" name="Diamond 26"/>
          <p:cNvSpPr/>
          <p:nvPr userDrawn="1"/>
        </p:nvSpPr>
        <p:spPr>
          <a:xfrm>
            <a:off x="5235363" y="5472825"/>
            <a:ext cx="204217" cy="203901"/>
          </a:xfrm>
          <a:prstGeom prst="diamond">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8" name="Oval 27"/>
          <p:cNvSpPr/>
          <p:nvPr userDrawn="1"/>
        </p:nvSpPr>
        <p:spPr>
          <a:xfrm>
            <a:off x="-323405" y="255180"/>
            <a:ext cx="545957" cy="545113"/>
          </a:xfrm>
          <a:prstGeom prst="ellipse">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2" name="Freeform: Shape 31"/>
          <p:cNvSpPr/>
          <p:nvPr userDrawn="1"/>
        </p:nvSpPr>
        <p:spPr>
          <a:xfrm flipV="1">
            <a:off x="10725539" y="4946446"/>
            <a:ext cx="327533" cy="327026"/>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3" name="Freeform: Shape 32"/>
          <p:cNvSpPr/>
          <p:nvPr userDrawn="1"/>
        </p:nvSpPr>
        <p:spPr>
          <a:xfrm flipV="1">
            <a:off x="8094996" y="84568"/>
            <a:ext cx="123316" cy="123125"/>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4" name="Freeform: Shape 33"/>
          <p:cNvSpPr/>
          <p:nvPr userDrawn="1"/>
        </p:nvSpPr>
        <p:spPr>
          <a:xfrm>
            <a:off x="11913309" y="1994115"/>
            <a:ext cx="602704" cy="601772"/>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7" name="Isosceles Triangle 36"/>
          <p:cNvSpPr/>
          <p:nvPr userDrawn="1"/>
        </p:nvSpPr>
        <p:spPr>
          <a:xfrm rot="19384964">
            <a:off x="7366650" y="6690088"/>
            <a:ext cx="228544" cy="196716"/>
          </a:xfrm>
          <a:prstGeom prst="triangle">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8" name="Isosceles Triangle 37"/>
          <p:cNvSpPr/>
          <p:nvPr userDrawn="1"/>
        </p:nvSpPr>
        <p:spPr>
          <a:xfrm rot="19384964">
            <a:off x="1235559" y="2063103"/>
            <a:ext cx="323011" cy="278027"/>
          </a:xfrm>
          <a:prstGeom prst="triangle">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9" name="Freeform: Shape 28"/>
          <p:cNvSpPr/>
          <p:nvPr userDrawn="1"/>
        </p:nvSpPr>
        <p:spPr>
          <a:xfrm>
            <a:off x="3003592" y="935865"/>
            <a:ext cx="257955" cy="257556"/>
          </a:xfrm>
          <a:custGeom>
            <a:avLst/>
            <a:gdLst>
              <a:gd name="connsiteX0" fmla="*/ 877329 w 1754660"/>
              <a:gd name="connsiteY0" fmla="*/ 244759 h 1754660"/>
              <a:gd name="connsiteX1" fmla="*/ 244758 w 1754660"/>
              <a:gd name="connsiteY1" fmla="*/ 877329 h 1754660"/>
              <a:gd name="connsiteX2" fmla="*/ 877329 w 1754660"/>
              <a:gd name="connsiteY2" fmla="*/ 1509899 h 1754660"/>
              <a:gd name="connsiteX3" fmla="*/ 1509900 w 1754660"/>
              <a:gd name="connsiteY3" fmla="*/ 877329 h 1754660"/>
              <a:gd name="connsiteX4" fmla="*/ 877329 w 1754660"/>
              <a:gd name="connsiteY4" fmla="*/ 244759 h 1754660"/>
              <a:gd name="connsiteX5" fmla="*/ 877330 w 1754660"/>
              <a:gd name="connsiteY5" fmla="*/ 0 h 1754660"/>
              <a:gd name="connsiteX6" fmla="*/ 1754660 w 1754660"/>
              <a:gd name="connsiteY6" fmla="*/ 877330 h 1754660"/>
              <a:gd name="connsiteX7" fmla="*/ 877330 w 1754660"/>
              <a:gd name="connsiteY7" fmla="*/ 1754660 h 1754660"/>
              <a:gd name="connsiteX8" fmla="*/ 0 w 1754660"/>
              <a:gd name="connsiteY8" fmla="*/ 877330 h 1754660"/>
              <a:gd name="connsiteX9" fmla="*/ 877330 w 1754660"/>
              <a:gd name="connsiteY9" fmla="*/ 0 h 175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4660" h="1754660">
                <a:moveTo>
                  <a:pt x="877329" y="244759"/>
                </a:moveTo>
                <a:cubicBezTo>
                  <a:pt x="527970" y="244759"/>
                  <a:pt x="244758" y="527970"/>
                  <a:pt x="244758" y="877329"/>
                </a:cubicBezTo>
                <a:cubicBezTo>
                  <a:pt x="244758" y="1226688"/>
                  <a:pt x="527970" y="1509899"/>
                  <a:pt x="877329" y="1509899"/>
                </a:cubicBezTo>
                <a:cubicBezTo>
                  <a:pt x="1226688" y="1509899"/>
                  <a:pt x="1509900" y="1226688"/>
                  <a:pt x="1509900" y="877329"/>
                </a:cubicBezTo>
                <a:cubicBezTo>
                  <a:pt x="1509900" y="527970"/>
                  <a:pt x="1226688" y="244759"/>
                  <a:pt x="877329" y="244759"/>
                </a:cubicBezTo>
                <a:close/>
                <a:moveTo>
                  <a:pt x="877330" y="0"/>
                </a:moveTo>
                <a:cubicBezTo>
                  <a:pt x="1361866" y="0"/>
                  <a:pt x="1754660" y="392794"/>
                  <a:pt x="1754660" y="877330"/>
                </a:cubicBezTo>
                <a:cubicBezTo>
                  <a:pt x="1754660" y="1361866"/>
                  <a:pt x="1361866" y="1754660"/>
                  <a:pt x="877330" y="1754660"/>
                </a:cubicBezTo>
                <a:cubicBezTo>
                  <a:pt x="392794" y="1754660"/>
                  <a:pt x="0" y="1361866"/>
                  <a:pt x="0" y="877330"/>
                </a:cubicBezTo>
                <a:cubicBezTo>
                  <a:pt x="0" y="392794"/>
                  <a:pt x="392794" y="0"/>
                  <a:pt x="877330" y="0"/>
                </a:cubicBezTo>
                <a:close/>
              </a:path>
            </a:pathLst>
          </a:cu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2" name="Rectangle: Rounded Corners 46"/>
          <p:cNvSpPr/>
          <p:nvPr userDrawn="1"/>
        </p:nvSpPr>
        <p:spPr>
          <a:xfrm>
            <a:off x="9564411" y="244799"/>
            <a:ext cx="2969907" cy="514424"/>
          </a:xfrm>
          <a:prstGeom prst="roundRect">
            <a:avLst>
              <a:gd name="adj" fmla="val 47943"/>
            </a:avLst>
          </a:prstGeom>
          <a:solidFill>
            <a:schemeClr val="bg2"/>
          </a:solidFill>
          <a:ln>
            <a:noFill/>
          </a:ln>
          <a:effectLst>
            <a:outerShdw blurRad="228600" dist="266700" dir="10800000" sx="90000" sy="90000" algn="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p>
        </p:txBody>
      </p:sp>
      <p:sp>
        <p:nvSpPr>
          <p:cNvPr id="3" name="object 2"/>
          <p:cNvSpPr/>
          <p:nvPr userDrawn="1"/>
        </p:nvSpPr>
        <p:spPr>
          <a:xfrm>
            <a:off x="9745975" y="294937"/>
            <a:ext cx="2100368" cy="400788"/>
          </a:xfrm>
          <a:prstGeom prst="rect">
            <a:avLst/>
          </a:prstGeom>
          <a:blipFill>
            <a:blip r:embed="rId40" cstate="print"/>
            <a:stretch>
              <a:fillRect/>
            </a:stretch>
          </a:blipFill>
        </p:spPr>
        <p:txBody>
          <a:bodyPr wrap="square" lIns="0" tIns="0" rIns="0" bIns="0" rtlCol="0"/>
          <a:lstStyle/>
          <a:p>
            <a:endParaRPr sz="3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Lst>
  <p:txStyles>
    <p:titleStyle>
      <a:lvl1pPr algn="l" defTabSz="913130" rtl="0" eaLnBrk="1" latinLnBrk="0" hangingPunct="1">
        <a:lnSpc>
          <a:spcPct val="90000"/>
        </a:lnSpc>
        <a:spcBef>
          <a:spcPct val="0"/>
        </a:spcBef>
        <a:buNone/>
        <a:defRPr sz="4395" kern="1200">
          <a:solidFill>
            <a:schemeClr val="tx1"/>
          </a:solidFill>
          <a:latin typeface="+mj-lt"/>
          <a:ea typeface="+mj-ea"/>
          <a:cs typeface="+mj-cs"/>
        </a:defRPr>
      </a:lvl1pPr>
    </p:titleStyle>
    <p:bodyStyle>
      <a:lvl1pPr marL="227965" indent="-227965" algn="l" defTabSz="91313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4530" indent="-227965" algn="l" defTabSz="91313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1095" indent="-227965" algn="l" defTabSz="91313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766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4225"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079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67355"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392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7985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9.xml"/><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9.xml"/><Relationship Id="rId5" Type="http://schemas.openxmlformats.org/officeDocument/2006/relationships/image" Target="../media/image9.pn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9.xml"/><Relationship Id="rId3" Type="http://schemas.openxmlformats.org/officeDocument/2006/relationships/image" Target="../media/image11.png"/><Relationship Id="rId2" Type="http://schemas.openxmlformats.org/officeDocument/2006/relationships/image" Target="../media/image10.webp"/><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9.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9.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5" descr="e7d195523061f1c029d8a470330beef7eecbf578a74c67be34E755975358C32C42B60046E65E5AB2B817CFACDA70963A03272FA99D31C85E250EFEC4061BFB07F05F931B289192FCB8E0285A555C1F230D307BE5C25C0A02A148102A1BAEDB15DE6D17ED4C2D37AAA815CC83B2760056FB7B5D8A8CA70F565F2C860F89DCA49999B2685C267E514B43EFE53A5B803607"/>
          <p:cNvPicPr>
            <a:picLocks noChangeAspect="1"/>
          </p:cNvPicPr>
          <p:nvPr/>
        </p:nvPicPr>
        <p:blipFill rotWithShape="1">
          <a:blip r:embed="rId1">
            <a:extLst>
              <a:ext uri="{28A0092B-C50C-407E-A947-70E740481C1C}">
                <a14:useLocalDpi xmlns:a14="http://schemas.microsoft.com/office/drawing/2010/main" val="0"/>
              </a:ext>
            </a:extLst>
          </a:blip>
          <a:srcRect t="32116" b="21290"/>
          <a:stretch>
            <a:fillRect/>
          </a:stretch>
        </p:blipFill>
        <p:spPr>
          <a:xfrm>
            <a:off x="9426" y="1815549"/>
            <a:ext cx="12185214" cy="3781290"/>
          </a:xfrm>
          <a:prstGeom prst="rect">
            <a:avLst/>
          </a:prstGeom>
        </p:spPr>
      </p:pic>
      <p:sp>
        <p:nvSpPr>
          <p:cNvPr id="2" name="object 2"/>
          <p:cNvSpPr/>
          <p:nvPr/>
        </p:nvSpPr>
        <p:spPr>
          <a:xfrm>
            <a:off x="441723" y="408492"/>
            <a:ext cx="3430409" cy="655598"/>
          </a:xfrm>
          <a:prstGeom prst="rect">
            <a:avLst/>
          </a:prstGeom>
          <a:blipFill>
            <a:blip r:embed="rId2" cstate="print"/>
            <a:stretch>
              <a:fillRect/>
            </a:stretch>
          </a:blipFill>
        </p:spPr>
        <p:txBody>
          <a:bodyPr wrap="square" lIns="0" tIns="0" rIns="0" bIns="0" rtlCol="0"/>
          <a:lstStyle/>
          <a:p>
            <a:pPr defTabSz="285750"/>
            <a:endParaRPr sz="3800">
              <a:solidFill>
                <a:prstClr val="black"/>
              </a:solidFill>
              <a:latin typeface="Calibri" panose="020F0502020204030204"/>
            </a:endParaRPr>
          </a:p>
        </p:txBody>
      </p:sp>
      <p:sp>
        <p:nvSpPr>
          <p:cNvPr id="3" name="object 3"/>
          <p:cNvSpPr/>
          <p:nvPr/>
        </p:nvSpPr>
        <p:spPr>
          <a:xfrm>
            <a:off x="3393" y="1815548"/>
            <a:ext cx="12185214" cy="3781290"/>
          </a:xfrm>
          <a:custGeom>
            <a:avLst/>
            <a:gdLst/>
            <a:ahLst/>
            <a:cxnLst/>
            <a:rect l="l" t="t" r="r" b="b"/>
            <a:pathLst>
              <a:path w="5760085" h="1771650">
                <a:moveTo>
                  <a:pt x="0" y="0"/>
                </a:moveTo>
                <a:lnTo>
                  <a:pt x="0" y="1771357"/>
                </a:lnTo>
                <a:lnTo>
                  <a:pt x="5759996" y="1771357"/>
                </a:lnTo>
                <a:lnTo>
                  <a:pt x="5759996" y="0"/>
                </a:lnTo>
                <a:lnTo>
                  <a:pt x="0" y="0"/>
                </a:lnTo>
                <a:close/>
              </a:path>
            </a:pathLst>
          </a:custGeom>
          <a:solidFill>
            <a:srgbClr val="A02237">
              <a:alpha val="69804"/>
            </a:srgbClr>
          </a:solidFill>
        </p:spPr>
        <p:txBody>
          <a:bodyPr wrap="square" lIns="0" tIns="0" rIns="0" bIns="0" rtlCol="0"/>
          <a:lstStyle/>
          <a:p>
            <a:pPr defTabSz="285750"/>
            <a:endParaRPr sz="3800">
              <a:solidFill>
                <a:prstClr val="black"/>
              </a:solidFill>
              <a:latin typeface="Calibri" panose="020F0502020204030204"/>
            </a:endParaRPr>
          </a:p>
        </p:txBody>
      </p:sp>
      <p:sp>
        <p:nvSpPr>
          <p:cNvPr id="4" name="object 4"/>
          <p:cNvSpPr/>
          <p:nvPr/>
        </p:nvSpPr>
        <p:spPr>
          <a:xfrm>
            <a:off x="8095533" y="1261162"/>
            <a:ext cx="4074785" cy="5389431"/>
          </a:xfrm>
          <a:prstGeom prst="rect">
            <a:avLst/>
          </a:prstGeom>
          <a:blipFill>
            <a:blip r:embed="rId3" cstate="print"/>
            <a:stretch>
              <a:fillRect/>
            </a:stretch>
          </a:blipFill>
        </p:spPr>
        <p:txBody>
          <a:bodyPr wrap="square" lIns="0" tIns="0" rIns="0" bIns="0" rtlCol="0"/>
          <a:lstStyle/>
          <a:p>
            <a:pPr defTabSz="285750"/>
            <a:endParaRPr sz="3800">
              <a:solidFill>
                <a:prstClr val="black"/>
              </a:solidFill>
              <a:latin typeface="Calibri" panose="020F0502020204030204"/>
            </a:endParaRPr>
          </a:p>
        </p:txBody>
      </p:sp>
      <p:sp>
        <p:nvSpPr>
          <p:cNvPr id="10" name="文本框 9"/>
          <p:cNvSpPr txBox="1"/>
          <p:nvPr/>
        </p:nvSpPr>
        <p:spPr>
          <a:xfrm>
            <a:off x="392636" y="1947316"/>
            <a:ext cx="8938589" cy="2396810"/>
          </a:xfrm>
          <a:prstGeom prst="rect">
            <a:avLst/>
          </a:prstGeom>
          <a:noFill/>
        </p:spPr>
        <p:txBody>
          <a:bodyPr wrap="square" lIns="0" tIns="0" rIns="0" bIns="0" rtlCol="0"/>
          <a:lstStyle>
            <a:defPPr>
              <a:defRPr lang="en-US"/>
            </a:defPPr>
            <a:lvl1pPr>
              <a:defRPr sz="6080"/>
            </a:lvl1pPr>
          </a:lstStyle>
          <a:p>
            <a:pPr defTabSz="285750"/>
            <a:r>
              <a:rPr lang="en-US" altLang="zh-CN" sz="3800" b="1" dirty="0">
                <a:solidFill>
                  <a:prstClr val="white"/>
                </a:solidFill>
                <a:latin typeface="Calibri" panose="020F0502020204030204"/>
                <a:ea typeface="等线" panose="02010600030101010101" pitchFamily="2" charset="-122"/>
              </a:rPr>
              <a:t>COMP5523 </a:t>
            </a:r>
            <a:endParaRPr lang="en-US" altLang="zh-CN" sz="3800" b="1" dirty="0">
              <a:solidFill>
                <a:prstClr val="white"/>
              </a:solidFill>
              <a:latin typeface="Calibri" panose="020F0502020204030204"/>
              <a:ea typeface="等线" panose="02010600030101010101" pitchFamily="2" charset="-122"/>
            </a:endParaRPr>
          </a:p>
          <a:p>
            <a:pPr defTabSz="285750"/>
            <a:r>
              <a:rPr lang="en-US" altLang="zh-CN" sz="3800" b="1" dirty="0">
                <a:solidFill>
                  <a:prstClr val="white"/>
                </a:solidFill>
                <a:latin typeface="Calibri" panose="020F0502020204030204"/>
                <a:ea typeface="等线" panose="02010600030101010101" pitchFamily="2" charset="-122"/>
              </a:rPr>
              <a:t>Group Project Introduction</a:t>
            </a:r>
            <a:endParaRPr lang="en-US" altLang="zh-CN" sz="9600" b="1" dirty="0">
              <a:solidFill>
                <a:schemeClr val="bg1"/>
              </a:solidFill>
              <a:latin typeface="Calibri" panose="020F0502020204030204"/>
              <a:ea typeface="等线" panose="02010600030101010101" pitchFamily="2" charset="-122"/>
            </a:endParaRPr>
          </a:p>
        </p:txBody>
      </p:sp>
      <p:sp>
        <p:nvSpPr>
          <p:cNvPr id="5" name="Text Box 4"/>
          <p:cNvSpPr txBox="1"/>
          <p:nvPr/>
        </p:nvSpPr>
        <p:spPr>
          <a:xfrm>
            <a:off x="392430" y="4790440"/>
            <a:ext cx="3248660" cy="398780"/>
          </a:xfrm>
          <a:prstGeom prst="rect">
            <a:avLst/>
          </a:prstGeom>
          <a:noFill/>
        </p:spPr>
        <p:txBody>
          <a:bodyPr wrap="square" rtlCol="0">
            <a:spAutoFit/>
          </a:bodyPr>
          <a:p>
            <a:r>
              <a:rPr lang="en-US" sz="2000">
                <a:solidFill>
                  <a:schemeClr val="bg1"/>
                </a:solidFill>
              </a:rPr>
              <a:t>Feb 24, 2026</a:t>
            </a:r>
            <a:endParaRPr lang="en-US" sz="20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00 Outline</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17" name="Text Box 16"/>
          <p:cNvSpPr txBox="1"/>
          <p:nvPr/>
        </p:nvSpPr>
        <p:spPr>
          <a:xfrm>
            <a:off x="470535" y="1183640"/>
            <a:ext cx="11189335" cy="932180"/>
          </a:xfrm>
          <a:prstGeom prst="rect">
            <a:avLst/>
          </a:prstGeom>
          <a:noFill/>
        </p:spPr>
        <p:txBody>
          <a:bodyPr wrap="square" rtlCol="0">
            <a:noAutofit/>
          </a:bodyPr>
          <a:p>
            <a:pPr algn="just"/>
            <a:endParaRPr lang="en-US" altLang="zh-CN" sz="2000" baseline="30000"/>
          </a:p>
        </p:txBody>
      </p:sp>
      <p:sp>
        <p:nvSpPr>
          <p:cNvPr id="66" name="Content Placeholder 2"/>
          <p:cNvSpPr>
            <a:spLocks noGrp="1"/>
          </p:cNvSpPr>
          <p:nvPr/>
        </p:nvSpPr>
        <p:spPr>
          <a:xfrm>
            <a:off x="889407" y="1825625"/>
            <a:ext cx="5335829" cy="4351338"/>
          </a:xfrm>
        </p:spPr>
        <p:txBody>
          <a:bodyPr/>
          <a:lstStyle>
            <a:lvl1pPr marL="227965" indent="-227965" algn="l" defTabSz="91313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4530" indent="-227965" algn="l" defTabSz="91313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1095" indent="-227965" algn="l" defTabSz="91313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766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4225"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079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67355"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392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79850" indent="-227965"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Group Project Specification</a:t>
            </a:r>
            <a:endParaRPr lang="en-US" dirty="0"/>
          </a:p>
          <a:p>
            <a:pPr>
              <a:lnSpc>
                <a:spcPct val="120000"/>
              </a:lnSpc>
            </a:pPr>
            <a:endParaRPr lang="en-US" dirty="0"/>
          </a:p>
          <a:p>
            <a:pPr>
              <a:lnSpc>
                <a:spcPct val="120000"/>
              </a:lnSpc>
            </a:pPr>
            <a:r>
              <a:rPr lang="en-US" dirty="0"/>
              <a:t>Group Presentation</a:t>
            </a:r>
            <a:endParaRPr lang="en-US" dirty="0"/>
          </a:p>
          <a:p>
            <a:endParaRPr lang="en-US" dirty="0"/>
          </a:p>
          <a:p>
            <a:r>
              <a:rPr lang="en-US" dirty="0"/>
              <a:t>Feedback </a:t>
            </a:r>
            <a:r>
              <a:rPr lang="en-US" dirty="0"/>
              <a:t>System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pple-fruit"/>
          <p:cNvPicPr>
            <a:picLocks noChangeAspect="1"/>
          </p:cNvPicPr>
          <p:nvPr/>
        </p:nvPicPr>
        <p:blipFill>
          <a:blip r:embed="rId1"/>
          <a:stretch>
            <a:fillRect/>
          </a:stretch>
        </p:blipFill>
        <p:spPr>
          <a:xfrm>
            <a:off x="7731125" y="5907405"/>
            <a:ext cx="711200" cy="711200"/>
          </a:xfrm>
          <a:prstGeom prst="rect">
            <a:avLst/>
          </a:prstGeom>
        </p:spPr>
      </p:pic>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a:t>
            </a: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Specification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1337290" cy="1337310"/>
          </a:xfrm>
          <a:prstGeom prst="rect">
            <a:avLst/>
          </a:prstGeom>
          <a:noFill/>
        </p:spPr>
        <p:txBody>
          <a:bodyPr wrap="square" rtlCol="0">
            <a:noAutofit/>
          </a:bodyPr>
          <a:p>
            <a:r>
              <a:rPr lang="en-US" altLang="en-US" sz="2400" b="1"/>
              <a:t>Topic: Interactive Vision-Assisted Object Grasping for the Visually Impaired</a:t>
            </a:r>
            <a:endParaRPr lang="en-US" altLang="en-US" sz="2400" b="1"/>
          </a:p>
          <a:p>
            <a:endParaRPr lang="en-US" altLang="en-US" sz="2400" b="1"/>
          </a:p>
          <a:p>
            <a:r>
              <a:rPr lang="en-US" altLang="en-US" sz="2400"/>
              <a:t>Develop a system to help visually impaired people safely and efficiently pick up a </a:t>
            </a:r>
            <a:r>
              <a:rPr lang="en-US" altLang="en-US" sz="2400" i="1" u="sng"/>
              <a:t>specific target object​</a:t>
            </a:r>
            <a:r>
              <a:rPr lang="en-US" altLang="en-US" sz="2400"/>
              <a:t> in daily life.</a:t>
            </a:r>
            <a:endParaRPr lang="en-US" altLang="en-US" sz="2400"/>
          </a:p>
          <a:p>
            <a:endParaRPr lang="en-US" altLang="en-US" sz="2400" b="1"/>
          </a:p>
          <a:p>
            <a:r>
              <a:rPr lang="en-US" altLang="en-US" sz="2400" b="1"/>
              <a:t> </a:t>
            </a:r>
            <a:r>
              <a:rPr lang="en-US" altLang="en-US" sz="2400" i="1"/>
              <a:t>The object selection is not limited, choose whatever common objects in daily life</a:t>
            </a:r>
            <a:r>
              <a:rPr lang="en-US" altLang="en-US" sz="2400" b="1" i="1"/>
              <a:t> </a:t>
            </a:r>
            <a:endParaRPr lang="en-US" altLang="en-US" sz="2400" b="1" i="1"/>
          </a:p>
          <a:p>
            <a:endParaRPr lang="en-US" altLang="en-US" sz="2400" b="1" i="1"/>
          </a:p>
        </p:txBody>
      </p:sp>
      <p:pic>
        <p:nvPicPr>
          <p:cNvPr id="7" name="Picture 6"/>
          <p:cNvPicPr/>
          <p:nvPr/>
        </p:nvPicPr>
        <p:blipFill>
          <a:blip r:embed="rId2"/>
          <a:stretch>
            <a:fillRect/>
          </a:stretch>
        </p:blipFill>
        <p:spPr>
          <a:xfrm>
            <a:off x="2753360" y="4623435"/>
            <a:ext cx="1396365" cy="1490345"/>
          </a:xfrm>
          <a:prstGeom prst="rect">
            <a:avLst/>
          </a:prstGeom>
        </p:spPr>
      </p:pic>
      <p:pic>
        <p:nvPicPr>
          <p:cNvPr id="19" name="Picture 18" descr="choice-vz-sport-mate-headphones-black-2"/>
          <p:cNvPicPr>
            <a:picLocks noChangeAspect="1"/>
          </p:cNvPicPr>
          <p:nvPr/>
        </p:nvPicPr>
        <p:blipFill>
          <a:blip r:embed="rId3"/>
          <a:stretch>
            <a:fillRect/>
          </a:stretch>
        </p:blipFill>
        <p:spPr>
          <a:xfrm>
            <a:off x="5972810" y="3749675"/>
            <a:ext cx="1130935" cy="1130935"/>
          </a:xfrm>
          <a:prstGeom prst="rect">
            <a:avLst/>
          </a:prstGeom>
        </p:spPr>
      </p:pic>
      <p:pic>
        <p:nvPicPr>
          <p:cNvPr id="23" name="Picture 22" descr="shoes"/>
          <p:cNvPicPr>
            <a:picLocks noChangeAspect="1"/>
          </p:cNvPicPr>
          <p:nvPr/>
        </p:nvPicPr>
        <p:blipFill>
          <a:blip r:embed="rId4"/>
          <a:stretch>
            <a:fillRect/>
          </a:stretch>
        </p:blipFill>
        <p:spPr>
          <a:xfrm>
            <a:off x="5466715" y="5850255"/>
            <a:ext cx="1132205" cy="1414145"/>
          </a:xfrm>
          <a:prstGeom prst="rect">
            <a:avLst/>
          </a:prstGeom>
        </p:spPr>
      </p:pic>
      <p:sp>
        <p:nvSpPr>
          <p:cNvPr id="24" name="Rectangles 23"/>
          <p:cNvSpPr/>
          <p:nvPr/>
        </p:nvSpPr>
        <p:spPr>
          <a:xfrm>
            <a:off x="5477510" y="6074410"/>
            <a:ext cx="1151890" cy="747395"/>
          </a:xfrm>
          <a:prstGeom prst="rect">
            <a:avLst/>
          </a:prstGeom>
          <a:noFill/>
          <a:ln w="28575" cap="flat" cmpd="sng">
            <a:solidFill>
              <a:schemeClr val="accent1">
                <a:shade val="50000"/>
              </a:scheme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5" name="Rectangles 24"/>
          <p:cNvSpPr/>
          <p:nvPr/>
        </p:nvSpPr>
        <p:spPr>
          <a:xfrm>
            <a:off x="7731125" y="5871845"/>
            <a:ext cx="728345" cy="746760"/>
          </a:xfrm>
          <a:prstGeom prst="rect">
            <a:avLst/>
          </a:prstGeom>
          <a:noFill/>
          <a:ln w="28575" cap="flat" cmpd="sng">
            <a:solidFill>
              <a:schemeClr val="accent1">
                <a:shade val="50000"/>
              </a:scheme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6" name="Rectangles 25"/>
          <p:cNvSpPr/>
          <p:nvPr/>
        </p:nvSpPr>
        <p:spPr>
          <a:xfrm>
            <a:off x="6168390" y="3907790"/>
            <a:ext cx="750570" cy="829945"/>
          </a:xfrm>
          <a:prstGeom prst="rect">
            <a:avLst/>
          </a:prstGeom>
          <a:noFill/>
          <a:ln w="28575" cap="flat" cmpd="sng">
            <a:solidFill>
              <a:schemeClr val="accent1">
                <a:shade val="50000"/>
              </a:scheme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5433060" y="5745480"/>
            <a:ext cx="875665" cy="368300"/>
          </a:xfrm>
          <a:prstGeom prst="rect">
            <a:avLst/>
          </a:prstGeom>
          <a:noFill/>
        </p:spPr>
        <p:txBody>
          <a:bodyPr wrap="square" rtlCol="0">
            <a:spAutoFit/>
          </a:bodyPr>
          <a:p>
            <a:r>
              <a:rPr lang="en-US">
                <a:solidFill>
                  <a:srgbClr val="FF0000"/>
                </a:solidFill>
              </a:rPr>
              <a:t>shoes</a:t>
            </a:r>
            <a:endParaRPr lang="en-US">
              <a:solidFill>
                <a:srgbClr val="FF0000"/>
              </a:solidFill>
            </a:endParaRPr>
          </a:p>
        </p:txBody>
      </p:sp>
      <p:sp>
        <p:nvSpPr>
          <p:cNvPr id="28" name="Text Box 27"/>
          <p:cNvSpPr txBox="1"/>
          <p:nvPr/>
        </p:nvSpPr>
        <p:spPr>
          <a:xfrm>
            <a:off x="7683500" y="5503545"/>
            <a:ext cx="875665" cy="368300"/>
          </a:xfrm>
          <a:prstGeom prst="rect">
            <a:avLst/>
          </a:prstGeom>
          <a:noFill/>
        </p:spPr>
        <p:txBody>
          <a:bodyPr wrap="square" rtlCol="0">
            <a:spAutoFit/>
          </a:bodyPr>
          <a:p>
            <a:r>
              <a:rPr lang="en-US">
                <a:solidFill>
                  <a:srgbClr val="FF0000"/>
                </a:solidFill>
              </a:rPr>
              <a:t>apple</a:t>
            </a:r>
            <a:endParaRPr lang="en-US">
              <a:solidFill>
                <a:srgbClr val="FF0000"/>
              </a:solidFill>
            </a:endParaRPr>
          </a:p>
        </p:txBody>
      </p:sp>
      <p:sp>
        <p:nvSpPr>
          <p:cNvPr id="29" name="Text Box 28"/>
          <p:cNvSpPr txBox="1"/>
          <p:nvPr/>
        </p:nvSpPr>
        <p:spPr>
          <a:xfrm>
            <a:off x="6043295" y="3539490"/>
            <a:ext cx="1396365" cy="368300"/>
          </a:xfrm>
          <a:prstGeom prst="rect">
            <a:avLst/>
          </a:prstGeom>
          <a:noFill/>
        </p:spPr>
        <p:txBody>
          <a:bodyPr wrap="square" rtlCol="0">
            <a:spAutoFit/>
          </a:bodyPr>
          <a:p>
            <a:r>
              <a:rPr lang="en-US">
                <a:solidFill>
                  <a:srgbClr val="FF0000"/>
                </a:solidFill>
              </a:rPr>
              <a:t>headphone</a:t>
            </a:r>
            <a:endParaRPr lang="en-US">
              <a:solidFill>
                <a:srgbClr val="FF0000"/>
              </a:solidFill>
            </a:endParaRPr>
          </a:p>
        </p:txBody>
      </p:sp>
      <p:cxnSp>
        <p:nvCxnSpPr>
          <p:cNvPr id="31" name="Straight Arrow Connector 30"/>
          <p:cNvCxnSpPr/>
          <p:nvPr/>
        </p:nvCxnSpPr>
        <p:spPr>
          <a:xfrm>
            <a:off x="4540885" y="5100955"/>
            <a:ext cx="3240405" cy="0"/>
          </a:xfrm>
          <a:prstGeom prst="straightConnector1">
            <a:avLst/>
          </a:prstGeom>
          <a:ln w="12700" cmpd="sng">
            <a:solidFill>
              <a:schemeClr val="accent1">
                <a:shade val="50000"/>
              </a:schemeClr>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32" name="Straight Arrow Connector 31"/>
          <p:cNvCxnSpPr/>
          <p:nvPr/>
        </p:nvCxnSpPr>
        <p:spPr>
          <a:xfrm>
            <a:off x="7849235" y="5100955"/>
            <a:ext cx="0" cy="454025"/>
          </a:xfrm>
          <a:prstGeom prst="straightConnector1">
            <a:avLst/>
          </a:prstGeom>
          <a:ln w="12700" cmpd="sng">
            <a:solidFill>
              <a:schemeClr val="accent1">
                <a:shade val="50000"/>
              </a:schemeClr>
            </a:solidFill>
            <a:prstDash val="sysDash"/>
            <a:tailEnd type="arrow"/>
          </a:ln>
        </p:spPr>
        <p:style>
          <a:lnRef idx="2">
            <a:schemeClr val="accent1"/>
          </a:lnRef>
          <a:fillRef idx="0">
            <a:srgbClr val="FFFFFF"/>
          </a:fillRef>
          <a:effectRef idx="0">
            <a:srgbClr val="FFFFFF"/>
          </a:effectRef>
          <a:fontRef idx="minor">
            <a:schemeClr val="tx1"/>
          </a:fontRef>
        </p:style>
      </p:cxnSp>
      <p:sp>
        <p:nvSpPr>
          <p:cNvPr id="33" name="Text Box 32"/>
          <p:cNvSpPr txBox="1"/>
          <p:nvPr/>
        </p:nvSpPr>
        <p:spPr>
          <a:xfrm>
            <a:off x="8559165" y="5871845"/>
            <a:ext cx="1583690" cy="645160"/>
          </a:xfrm>
          <a:prstGeom prst="rect">
            <a:avLst/>
          </a:prstGeom>
          <a:noFill/>
        </p:spPr>
        <p:txBody>
          <a:bodyPr wrap="square" rtlCol="0">
            <a:spAutoFit/>
          </a:bodyPr>
          <a:p>
            <a:r>
              <a:rPr lang="en-US" b="1"/>
              <a:t>target object</a:t>
            </a:r>
            <a:endParaRPr lang="en-US" b="1"/>
          </a:p>
        </p:txBody>
      </p:sp>
      <p:pic>
        <p:nvPicPr>
          <p:cNvPr id="35" name="Picture 34"/>
          <p:cNvPicPr/>
          <p:nvPr/>
        </p:nvPicPr>
        <p:blipFill>
          <a:blip r:embed="rId5"/>
          <a:stretch>
            <a:fillRect/>
          </a:stretch>
        </p:blipFill>
        <p:spPr>
          <a:xfrm>
            <a:off x="7025005" y="5389880"/>
            <a:ext cx="904875" cy="645795"/>
          </a:xfrm>
          <a:prstGeom prst="rect">
            <a:avLst/>
          </a:prstGeom>
        </p:spPr>
      </p:pic>
      <p:pic>
        <p:nvPicPr>
          <p:cNvPr id="36" name="Picture 35"/>
          <p:cNvPicPr/>
          <p:nvPr/>
        </p:nvPicPr>
        <p:blipFill>
          <a:blip r:embed="rId5"/>
          <a:stretch>
            <a:fillRect/>
          </a:stretch>
        </p:blipFill>
        <p:spPr>
          <a:xfrm>
            <a:off x="4140200" y="4857750"/>
            <a:ext cx="904875" cy="6457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a:t>
            </a: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Specification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6313170" cy="5589905"/>
          </a:xfrm>
          <a:prstGeom prst="rect">
            <a:avLst/>
          </a:prstGeom>
          <a:noFill/>
        </p:spPr>
        <p:txBody>
          <a:bodyPr wrap="square" rtlCol="0">
            <a:noAutofit/>
          </a:bodyPr>
          <a:p>
            <a:r>
              <a:rPr lang="en-US" altLang="en-US" sz="2400" b="1"/>
              <a:t>Core Idea &amp; Relevant techniques</a:t>
            </a:r>
            <a:endParaRPr lang="en-US" altLang="en-US" sz="2400" b="1"/>
          </a:p>
          <a:p>
            <a:endParaRPr lang="en-US" altLang="en-US" sz="2400" b="1"/>
          </a:p>
          <a:p>
            <a:pPr marL="342900" indent="-342900">
              <a:buFont typeface="Arial" panose="020B0604020202020204" pitchFamily="34" charset="0"/>
              <a:buChar char="•"/>
            </a:pPr>
            <a:r>
              <a:rPr lang="en-US" altLang="en-US" sz="2400"/>
              <a:t>Track the user’s hand position</a:t>
            </a:r>
            <a:endParaRPr lang="en-US" altLang="en-US" sz="2400"/>
          </a:p>
          <a:p>
            <a:pPr marL="800100" lvl="1" indent="-342900">
              <a:buFont typeface="Arial" panose="020B0604020202020204" pitchFamily="34" charset="0"/>
              <a:buChar char="•"/>
            </a:pPr>
            <a:r>
              <a:rPr lang="en-US" altLang="en-US" sz="2400" i="1">
                <a:solidFill>
                  <a:srgbClr val="FF0000"/>
                </a:solidFill>
              </a:rPr>
              <a:t>object detection</a:t>
            </a:r>
            <a:endParaRPr lang="en-US" altLang="en-US" sz="2400" i="1">
              <a:solidFill>
                <a:srgbClr val="FF0000"/>
              </a:solidFill>
            </a:endParaRPr>
          </a:p>
          <a:p>
            <a:pPr marL="800100" lvl="1" indent="-342900">
              <a:buFont typeface="Arial" panose="020B0604020202020204" pitchFamily="34" charset="0"/>
              <a:buChar char="•"/>
            </a:pPr>
            <a:r>
              <a:rPr lang="en-US" altLang="en-US" sz="2400" i="1">
                <a:solidFill>
                  <a:srgbClr val="FF0000"/>
                </a:solidFill>
              </a:rPr>
              <a:t>hand tracking</a:t>
            </a:r>
            <a:endParaRPr lang="en-US" altLang="en-US" sz="2400" i="1">
              <a:solidFill>
                <a:srgbClr val="FF0000"/>
              </a:solidFill>
            </a:endParaRP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Track the target object’s position</a:t>
            </a:r>
            <a:endParaRPr lang="en-US" altLang="en-US" sz="2400"/>
          </a:p>
          <a:p>
            <a:pPr marL="800100" lvl="1" indent="-342900">
              <a:buFont typeface="Arial" panose="020B0604020202020204" pitchFamily="34" charset="0"/>
              <a:buChar char="•"/>
            </a:pPr>
            <a:r>
              <a:rPr lang="en-US" altLang="en-US" sz="2400" i="1">
                <a:solidFill>
                  <a:srgbClr val="FF0000"/>
                </a:solidFill>
              </a:rPr>
              <a:t>object detection</a:t>
            </a:r>
            <a:endParaRPr lang="en-US" altLang="en-US" sz="2400">
              <a:solidFill>
                <a:srgbClr val="FF0000"/>
              </a:solidFill>
            </a:endParaRP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Spatial understanding</a:t>
            </a:r>
            <a:endParaRPr lang="en-US" altLang="en-US" sz="2400"/>
          </a:p>
          <a:p>
            <a:pPr marL="800100" lvl="1" indent="-342900">
              <a:buFont typeface="Arial" panose="020B0604020202020204" pitchFamily="34" charset="0"/>
              <a:buChar char="•"/>
            </a:pPr>
            <a:r>
              <a:rPr lang="en-US" altLang="en-US" sz="2400" i="1">
                <a:solidFill>
                  <a:srgbClr val="FF0000"/>
                </a:solidFill>
                <a:sym typeface="+mn-ea"/>
              </a:rPr>
              <a:t>Spatial relative distance measuring</a:t>
            </a:r>
            <a:br>
              <a:rPr lang="en-US" altLang="en-US" sz="2400" i="1">
                <a:solidFill>
                  <a:srgbClr val="FF0000"/>
                </a:solidFill>
              </a:rPr>
            </a:br>
            <a:r>
              <a:rPr lang="en-US" altLang="en-US" sz="2400" i="1">
                <a:solidFill>
                  <a:srgbClr val="FF0000"/>
                </a:solidFill>
              </a:rPr>
              <a:t>(hand &lt;--&gt; object)</a:t>
            </a:r>
            <a:endParaRPr lang="en-US" altLang="en-US" sz="2400" i="1">
              <a:solidFill>
                <a:srgbClr val="FF0000"/>
              </a:solidFill>
            </a:endParaRPr>
          </a:p>
          <a:p>
            <a:pPr marL="342900" indent="-342900">
              <a:buFont typeface="Arial" panose="020B0604020202020204" pitchFamily="34" charset="0"/>
              <a:buChar char="•"/>
            </a:pPr>
            <a:endParaRPr lang="en-US" altLang="en-US" sz="2400"/>
          </a:p>
          <a:p>
            <a:pPr marL="342900" indent="-342900">
              <a:buFont typeface="Arial" panose="020B0604020202020204" pitchFamily="34" charset="0"/>
              <a:buChar char="•"/>
            </a:pPr>
            <a:r>
              <a:rPr lang="en-US" altLang="en-US" sz="2400"/>
              <a:t>Real-time audio guidance and interaction</a:t>
            </a:r>
            <a:endParaRPr lang="en-US" altLang="en-US" sz="2400"/>
          </a:p>
          <a:p>
            <a:pPr marL="800100" lvl="1" indent="-342900">
              <a:buFont typeface="Arial" panose="020B0604020202020204" pitchFamily="34" charset="0"/>
              <a:buChar char="•"/>
            </a:pPr>
            <a:r>
              <a:rPr lang="en-US" altLang="en-US" sz="2400" i="1">
                <a:solidFill>
                  <a:srgbClr val="FF0000"/>
                </a:solidFill>
              </a:rPr>
              <a:t>ASR, TTS</a:t>
            </a:r>
            <a:endParaRPr lang="en-US" altLang="en-US" sz="2400" i="1">
              <a:solidFill>
                <a:srgbClr val="FF0000"/>
              </a:solidFill>
            </a:endParaRPr>
          </a:p>
          <a:p>
            <a:pPr marL="342900" indent="-342900">
              <a:buFont typeface="Arial" panose="020B0604020202020204" pitchFamily="34" charset="0"/>
              <a:buChar char="•"/>
            </a:pPr>
            <a:endParaRPr lang="en-US" altLang="en-US" sz="2400" i="1">
              <a:solidFill>
                <a:srgbClr val="FF0000"/>
              </a:solidFill>
            </a:endParaRPr>
          </a:p>
        </p:txBody>
      </p:sp>
      <p:pic>
        <p:nvPicPr>
          <p:cNvPr id="6" name="Picture 5"/>
          <p:cNvPicPr/>
          <p:nvPr/>
        </p:nvPicPr>
        <p:blipFill>
          <a:blip r:embed="rId1"/>
          <a:stretch>
            <a:fillRect/>
          </a:stretch>
        </p:blipFill>
        <p:spPr>
          <a:xfrm>
            <a:off x="8840470" y="1670050"/>
            <a:ext cx="904875" cy="645795"/>
          </a:xfrm>
          <a:prstGeom prst="rect">
            <a:avLst/>
          </a:prstGeom>
        </p:spPr>
      </p:pic>
      <p:pic>
        <p:nvPicPr>
          <p:cNvPr id="8" name="Picture 7"/>
          <p:cNvPicPr/>
          <p:nvPr/>
        </p:nvPicPr>
        <p:blipFill>
          <a:blip r:embed="rId2"/>
          <a:stretch>
            <a:fillRect/>
          </a:stretch>
        </p:blipFill>
        <p:spPr>
          <a:xfrm>
            <a:off x="10205720" y="3466465"/>
            <a:ext cx="688340" cy="645160"/>
          </a:xfrm>
          <a:prstGeom prst="rect">
            <a:avLst/>
          </a:prstGeom>
        </p:spPr>
      </p:pic>
      <p:pic>
        <p:nvPicPr>
          <p:cNvPr id="9" name="Picture 8"/>
          <p:cNvPicPr/>
          <p:nvPr/>
        </p:nvPicPr>
        <p:blipFill>
          <a:blip r:embed="rId3"/>
          <a:stretch>
            <a:fillRect/>
          </a:stretch>
        </p:blipFill>
        <p:spPr>
          <a:xfrm>
            <a:off x="7123430" y="2261870"/>
            <a:ext cx="904240" cy="1007745"/>
          </a:xfrm>
          <a:prstGeom prst="rect">
            <a:avLst/>
          </a:prstGeom>
        </p:spPr>
      </p:pic>
      <p:sp>
        <p:nvSpPr>
          <p:cNvPr id="10" name="Text Box 9"/>
          <p:cNvSpPr txBox="1"/>
          <p:nvPr/>
        </p:nvSpPr>
        <p:spPr>
          <a:xfrm>
            <a:off x="7123430" y="3269615"/>
            <a:ext cx="1419225" cy="922020"/>
          </a:xfrm>
          <a:prstGeom prst="rect">
            <a:avLst/>
          </a:prstGeom>
          <a:noFill/>
        </p:spPr>
        <p:txBody>
          <a:bodyPr wrap="square" rtlCol="0">
            <a:spAutoFit/>
          </a:bodyPr>
          <a:p>
            <a:r>
              <a:rPr lang="en-US" i="1"/>
              <a:t>move right</a:t>
            </a:r>
            <a:endParaRPr lang="en-US" i="1"/>
          </a:p>
          <a:p>
            <a:r>
              <a:rPr lang="en-US" i="1"/>
              <a:t>move down</a:t>
            </a:r>
            <a:endParaRPr lang="en-US" i="1"/>
          </a:p>
          <a:p>
            <a:r>
              <a:rPr lang="en-US" i="1"/>
              <a:t>move down</a:t>
            </a:r>
            <a:endParaRPr lang="en-US" i="1"/>
          </a:p>
        </p:txBody>
      </p:sp>
      <p:pic>
        <p:nvPicPr>
          <p:cNvPr id="12" name="Picture 11"/>
          <p:cNvPicPr/>
          <p:nvPr/>
        </p:nvPicPr>
        <p:blipFill>
          <a:blip r:embed="rId1"/>
          <a:stretch>
            <a:fillRect/>
          </a:stretch>
        </p:blipFill>
        <p:spPr>
          <a:xfrm>
            <a:off x="9949815" y="1670050"/>
            <a:ext cx="904875" cy="645795"/>
          </a:xfrm>
          <a:prstGeom prst="rect">
            <a:avLst/>
          </a:prstGeom>
          <a:effectLst>
            <a:outerShdw blurRad="50800" dist="50800" dir="5400000" sx="1000" sy="1000" algn="ctr" rotWithShape="0">
              <a:srgbClr val="000000">
                <a:alpha val="100000"/>
              </a:srgbClr>
            </a:outerShdw>
          </a:effectLst>
        </p:spPr>
      </p:pic>
      <p:pic>
        <p:nvPicPr>
          <p:cNvPr id="14" name="Picture 13"/>
          <p:cNvPicPr/>
          <p:nvPr/>
        </p:nvPicPr>
        <p:blipFill>
          <a:blip r:embed="rId1"/>
          <a:stretch>
            <a:fillRect/>
          </a:stretch>
        </p:blipFill>
        <p:spPr>
          <a:xfrm>
            <a:off x="9949815" y="2389505"/>
            <a:ext cx="904875" cy="645795"/>
          </a:xfrm>
          <a:prstGeom prst="rect">
            <a:avLst/>
          </a:prstGeom>
          <a:effectLst>
            <a:outerShdw blurRad="50800" dist="50800" dir="5400000" sx="1000" sy="1000" algn="ctr" rotWithShape="0">
              <a:srgbClr val="000000">
                <a:alpha val="100000"/>
              </a:srgbClr>
            </a:outerShdw>
          </a:effectLst>
        </p:spPr>
      </p:pic>
      <p:pic>
        <p:nvPicPr>
          <p:cNvPr id="15" name="Picture 14"/>
          <p:cNvPicPr/>
          <p:nvPr/>
        </p:nvPicPr>
        <p:blipFill>
          <a:blip r:embed="rId1"/>
          <a:stretch>
            <a:fillRect/>
          </a:stretch>
        </p:blipFill>
        <p:spPr>
          <a:xfrm>
            <a:off x="9949815" y="3069590"/>
            <a:ext cx="904875" cy="645795"/>
          </a:xfrm>
          <a:prstGeom prst="rect">
            <a:avLst/>
          </a:prstGeom>
          <a:effectLst>
            <a:outerShdw blurRad="50800" dist="50800" dir="5400000" sx="1000" sy="1000" algn="ctr" rotWithShape="0">
              <a:srgbClr val="000000">
                <a:alpha val="100000"/>
              </a:srgbClr>
            </a:outerShdw>
          </a:effectLst>
        </p:spPr>
      </p:pic>
      <p:sp>
        <p:nvSpPr>
          <p:cNvPr id="16" name="Rectangles 15"/>
          <p:cNvSpPr/>
          <p:nvPr/>
        </p:nvSpPr>
        <p:spPr>
          <a:xfrm>
            <a:off x="9861550" y="1483360"/>
            <a:ext cx="1165225" cy="2231390"/>
          </a:xfrm>
          <a:prstGeom prst="rect">
            <a:avLst/>
          </a:prstGeom>
          <a:solidFill>
            <a:schemeClr val="bg1">
              <a:alpha val="42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a:t>
            </a: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Specification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r>
              <a:rPr lang="en-US" altLang="en-US" sz="2400" b="1"/>
              <a:t>Project Steps</a:t>
            </a:r>
            <a:endParaRPr lang="en-US" altLang="en-US" sz="2400" b="1"/>
          </a:p>
          <a:p>
            <a:endParaRPr lang="en-US" altLang="en-US" sz="2400" b="1"/>
          </a:p>
          <a:p>
            <a:pPr marL="342900" indent="-342900">
              <a:buFont typeface="Arial" panose="020B0604020202020204" pitchFamily="34" charset="0"/>
              <a:buChar char="•"/>
            </a:pPr>
            <a:r>
              <a:rPr lang="en-US" altLang="en-US" sz="2400" b="1"/>
              <a:t>Data preparation</a:t>
            </a:r>
            <a:r>
              <a:rPr lang="en-US" altLang="en-US" sz="2400"/>
              <a:t>: datasets for objects, hand pose, reaching/grasping videos</a:t>
            </a:r>
            <a:endParaRPr lang="en-US" altLang="en-US" sz="2400"/>
          </a:p>
          <a:p>
            <a:pPr marL="342900" indent="-342900">
              <a:buFont typeface="Arial" panose="020B0604020202020204" pitchFamily="34" charset="0"/>
              <a:buChar char="•"/>
            </a:pPr>
            <a:endParaRPr lang="en-US" altLang="en-US" sz="2400" b="1"/>
          </a:p>
          <a:p>
            <a:pPr marL="342900" indent="-342900">
              <a:buFont typeface="Arial" panose="020B0604020202020204" pitchFamily="34" charset="0"/>
              <a:buChar char="•"/>
            </a:pPr>
            <a:r>
              <a:rPr lang="en-US" altLang="en-US" sz="2400" b="1"/>
              <a:t>Algorithm design</a:t>
            </a:r>
            <a:r>
              <a:rPr lang="en-US" altLang="en-US" sz="2400"/>
              <a:t>: compare detection + tracking; spatial relation understanding; define guidance strategy</a:t>
            </a:r>
            <a:endParaRPr lang="en-US" altLang="en-US" sz="2400"/>
          </a:p>
          <a:p>
            <a:pPr marL="342900" indent="-342900">
              <a:buFont typeface="Arial" panose="020B0604020202020204" pitchFamily="34" charset="0"/>
              <a:buChar char="•"/>
            </a:pPr>
            <a:endParaRPr lang="en-US" altLang="en-US" sz="2400" b="1"/>
          </a:p>
          <a:p>
            <a:pPr marL="342900" indent="-342900">
              <a:buFont typeface="Arial" panose="020B0604020202020204" pitchFamily="34" charset="0"/>
              <a:buChar char="•"/>
            </a:pPr>
            <a:r>
              <a:rPr lang="en-US" altLang="en-US" sz="2400" b="1"/>
              <a:t>System implementation</a:t>
            </a:r>
            <a:r>
              <a:rPr lang="en-US" altLang="en-US" sz="2400"/>
              <a:t>: real-time pipeline + user-friendly audio interface</a:t>
            </a:r>
            <a:endParaRPr lang="en-US" altLang="en-US" sz="2400"/>
          </a:p>
          <a:p>
            <a:pPr marL="342900" indent="-342900">
              <a:buFont typeface="Arial" panose="020B0604020202020204" pitchFamily="34" charset="0"/>
              <a:buChar char="•"/>
            </a:pPr>
            <a:endParaRPr lang="en-US" altLang="en-US" sz="2400" b="1"/>
          </a:p>
          <a:p>
            <a:pPr marL="342900" indent="-342900">
              <a:buFont typeface="Arial" panose="020B0604020202020204" pitchFamily="34" charset="0"/>
              <a:buChar char="•"/>
            </a:pPr>
            <a:r>
              <a:rPr lang="en-US" altLang="en-US" sz="2400" b="1"/>
              <a:t>Evaluation</a:t>
            </a:r>
            <a:r>
              <a:rPr lang="en-US" altLang="en-US" sz="2400"/>
              <a:t>: success rate, guidance accuracy, time-to-grasp, latency, failures</a:t>
            </a:r>
            <a:endParaRPr lang="en-US" altLang="en-US" sz="2400"/>
          </a:p>
          <a:p>
            <a:pPr marL="342900" indent="-342900">
              <a:buFont typeface="Arial" panose="020B0604020202020204" pitchFamily="34" charset="0"/>
              <a:buChar char="•"/>
            </a:pPr>
            <a:endParaRPr lang="en-US" altLang="en-US" sz="2400" b="1"/>
          </a:p>
          <a:p>
            <a:pPr marL="342900" indent="-342900">
              <a:buFont typeface="Arial" panose="020B0604020202020204" pitchFamily="34" charset="0"/>
              <a:buChar char="•"/>
            </a:pPr>
            <a:endParaRPr lang="en-US" altLang="en-US" sz="24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a:t>
            </a: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a:t>
            </a:r>
            <a:r>
              <a:rPr lang="en-US" altLang="zh-CN" sz="2400" b="1" dirty="0">
                <a:solidFill>
                  <a:srgbClr val="C00000"/>
                </a:solidFill>
                <a:latin typeface="微软雅黑" panose="020B0503020204020204" pitchFamily="34" charset="-122"/>
                <a:ea typeface="微软雅黑" panose="020B0503020204020204" pitchFamily="34" charset="-122"/>
                <a:sym typeface="+mn-ea"/>
              </a:rPr>
              <a:t>Specification</a:t>
            </a:r>
            <a:endParaRPr lang="en-US"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531485" y="607060"/>
            <a:ext cx="6096000" cy="460375"/>
          </a:xfrm>
          <a:prstGeom prst="rect">
            <a:avLst/>
          </a:prstGeom>
          <a:noFill/>
        </p:spPr>
        <p:txBody>
          <a:bodyPr wrap="square" rtlCol="0" anchor="t">
            <a:spAutoFit/>
          </a:bodyPr>
          <a:p>
            <a:pPr algn="r"/>
            <a:r>
              <a:rPr lang="en-US" altLang="en-US" sz="2400" b="1">
                <a:sym typeface="+mn-ea"/>
              </a:rPr>
              <a:t>Example Video</a:t>
            </a:r>
            <a:endParaRPr lang="en-US" altLang="en-US" sz="24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a:t>
            </a: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a:t>
            </a:r>
            <a:r>
              <a:rPr lang="en-US" altLang="zh-CN" sz="2400" b="1" dirty="0">
                <a:solidFill>
                  <a:srgbClr val="C00000"/>
                </a:solidFill>
                <a:latin typeface="微软雅黑" panose="020B0503020204020204" pitchFamily="34" charset="-122"/>
                <a:ea typeface="微软雅黑" panose="020B0503020204020204" pitchFamily="34" charset="-122"/>
                <a:sym typeface="+mn-ea"/>
              </a:rPr>
              <a:t>Specification</a:t>
            </a:r>
            <a:endParaRPr lang="en-US"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1443335" cy="5460365"/>
          </a:xfrm>
          <a:prstGeom prst="rect">
            <a:avLst/>
          </a:prstGeom>
          <a:noFill/>
        </p:spPr>
        <p:txBody>
          <a:bodyPr wrap="square" rtlCol="0">
            <a:noAutofit/>
          </a:bodyPr>
          <a:p>
            <a:r>
              <a:rPr lang="en-US" altLang="en-US" sz="2400" b="1"/>
              <a:t>Difference between Last Semester's Project and This Semester's</a:t>
            </a:r>
            <a:endParaRPr lang="en-US" altLang="en-US" sz="2400" b="1"/>
          </a:p>
          <a:p>
            <a:endParaRPr lang="en-US" altLang="en-US" sz="2400" b="1"/>
          </a:p>
          <a:p>
            <a:pPr marL="342900" indent="-342900">
              <a:buFont typeface="Arial" panose="020B0604020202020204" pitchFamily="34" charset="0"/>
              <a:buChar char="•"/>
            </a:pPr>
            <a:r>
              <a:rPr lang="en-US" altLang="en-US" sz="2400"/>
              <a:t>Last semester:</a:t>
            </a:r>
            <a:r>
              <a:rPr lang="en-US" altLang="en-US" sz="2400" b="1"/>
              <a:t> </a:t>
            </a:r>
            <a:r>
              <a:rPr lang="en-US" altLang="en-US" sz="2400"/>
              <a:t>more general; focused on general scene understanding, e.g., </a:t>
            </a:r>
            <a:endParaRPr lang="en-US" altLang="en-US" sz="2400"/>
          </a:p>
          <a:p>
            <a:pPr marL="800100" lvl="1" indent="-342900">
              <a:lnSpc>
                <a:spcPct val="130000"/>
              </a:lnSpc>
              <a:buFont typeface="Arial" panose="020B0604020202020204" pitchFamily="34" charset="0"/>
              <a:buChar char="•"/>
            </a:pPr>
            <a:r>
              <a:rPr lang="en-US" altLang="en-US" sz="2000" b="1"/>
              <a:t>Obstacle detection</a:t>
            </a:r>
            <a:r>
              <a:rPr lang="en-US" altLang="en-US" sz="2000"/>
              <a:t>: Detect objects in front of visually impaired users and alert them when obstacles are found</a:t>
            </a:r>
            <a:endParaRPr lang="en-US" altLang="en-US" sz="2000"/>
          </a:p>
          <a:p>
            <a:pPr marL="800100" lvl="1" indent="-342900">
              <a:lnSpc>
                <a:spcPct val="130000"/>
              </a:lnSpc>
              <a:buFont typeface="Arial" panose="020B0604020202020204" pitchFamily="34" charset="0"/>
              <a:buChar char="•"/>
            </a:pPr>
            <a:r>
              <a:rPr lang="en-US" altLang="en-US" sz="2000" b="1"/>
              <a:t>OCR (Optical Character Recognition)</a:t>
            </a:r>
            <a:r>
              <a:rPr lang="en-US" altLang="en-US" sz="2000"/>
              <a:t>: Read and convey text content from images to visually impaired users</a:t>
            </a:r>
            <a:endParaRPr lang="en-US" altLang="en-US" sz="2000"/>
          </a:p>
          <a:p>
            <a:pPr marL="800100" lvl="1" indent="-342900">
              <a:lnSpc>
                <a:spcPct val="130000"/>
              </a:lnSpc>
              <a:buFont typeface="Arial" panose="020B0604020202020204" pitchFamily="34" charset="0"/>
              <a:buChar char="•"/>
            </a:pPr>
            <a:r>
              <a:rPr lang="en-US" altLang="en-US" sz="2000" b="1"/>
              <a:t>Scene Description</a:t>
            </a:r>
            <a:r>
              <a:rPr lang="en-US" altLang="en-US" sz="2000"/>
              <a:t>: provide comprehensive descriptions of the surrounding environment </a:t>
            </a:r>
            <a:r>
              <a:rPr lang="en-US" altLang="en-US" sz="2000">
                <a:sym typeface="+mn-ea"/>
              </a:rPr>
              <a:t>to visually impaired users</a:t>
            </a:r>
            <a:endParaRPr lang="en-US" altLang="en-US" sz="2000"/>
          </a:p>
          <a:p>
            <a:pPr marL="800100" lvl="1" indent="-342900">
              <a:buFont typeface="Arial" panose="020B0604020202020204" pitchFamily="34" charset="0"/>
              <a:buChar char="•"/>
            </a:pPr>
            <a:endParaRPr lang="en-US" altLang="en-US" sz="2400" b="1"/>
          </a:p>
          <a:p>
            <a:pPr marL="342900" indent="-342900">
              <a:buFont typeface="Arial" panose="020B0604020202020204" pitchFamily="34" charset="0"/>
              <a:buChar char="•"/>
            </a:pPr>
            <a:r>
              <a:rPr lang="en-US" altLang="en-US" sz="2400"/>
              <a:t>This semester:  more task-specific; focuses on guiding users to pick up objects through real-time audio guidance (e.g., "move left", "closer", "open hand").</a:t>
            </a:r>
            <a:endParaRPr lang="en-US" altLang="en-US" sz="2400"/>
          </a:p>
          <a:p>
            <a:pPr marL="342900" indent="-342900">
              <a:buFont typeface="Arial" panose="020B0604020202020204" pitchFamily="34" charset="0"/>
              <a:buChar char="•"/>
            </a:pPr>
            <a:endParaRPr lang="en-US" altLang="en-US" sz="24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0701655" cy="5460365"/>
          </a:xfrm>
          <a:prstGeom prst="rect">
            <a:avLst/>
          </a:prstGeom>
          <a:noFill/>
        </p:spPr>
        <p:txBody>
          <a:bodyPr wrap="square" rtlCol="0">
            <a:noAutofit/>
          </a:bodyPr>
          <a:p>
            <a:r>
              <a:rPr lang="en-US" altLang="en-US" sz="2400" b="1"/>
              <a:t>Presentation Date</a:t>
            </a:r>
            <a:endParaRPr lang="en-US" altLang="en-US" sz="2400" b="1"/>
          </a:p>
          <a:p>
            <a:endParaRPr lang="en-US" altLang="en-US" sz="2400" b="1"/>
          </a:p>
          <a:p>
            <a:pPr marL="342900" indent="-342900">
              <a:buFont typeface="Arial" panose="020B0604020202020204" pitchFamily="34" charset="0"/>
              <a:buChar char="•"/>
            </a:pPr>
            <a:r>
              <a:rPr lang="en-US" altLang="zh-CN" sz="2400">
                <a:sym typeface="+mn-ea"/>
              </a:rPr>
              <a:t>The group project presentation will happen on </a:t>
            </a:r>
            <a:r>
              <a:rPr lang="zh-CN" altLang="en-US" sz="2400" b="1">
                <a:sym typeface="+mn-ea"/>
              </a:rPr>
              <a:t>🗓</a:t>
            </a:r>
            <a:r>
              <a:rPr lang="en-US" altLang="zh-CN" sz="2400" b="1">
                <a:sym typeface="+mn-ea"/>
              </a:rPr>
              <a:t> </a:t>
            </a:r>
            <a:r>
              <a:rPr lang="en-US" altLang="zh-CN" sz="2400" b="1" u="sng">
                <a:solidFill>
                  <a:srgbClr val="FF0000"/>
                </a:solidFill>
                <a:sym typeface="+mn-ea"/>
              </a:rPr>
              <a:t>April 14th</a:t>
            </a:r>
            <a:br>
              <a:rPr lang="en-US" altLang="zh-CN" sz="2400" b="1">
                <a:sym typeface="+mn-ea"/>
              </a:rPr>
            </a:br>
            <a:endParaRPr lang="en-US" altLang="zh-CN" sz="2400"/>
          </a:p>
          <a:p>
            <a:pPr marL="342900" indent="-342900">
              <a:buFont typeface="Arial" panose="020B0604020202020204" pitchFamily="34" charset="0"/>
              <a:buChar char="•"/>
            </a:pPr>
            <a:r>
              <a:rPr lang="en-US" altLang="en-US" sz="2400">
                <a:sym typeface="+mn-ea"/>
              </a:rPr>
              <a:t>Each group has </a:t>
            </a:r>
            <a:r>
              <a:rPr lang="en-US" altLang="en-US" sz="2400" b="1">
                <a:solidFill>
                  <a:srgbClr val="FF0000"/>
                </a:solidFill>
                <a:latin typeface="PingFang SC Semibold" panose="020B0400000000000000" charset="-122"/>
                <a:ea typeface="PingFang SC Semibold" panose="020B0400000000000000" charset="-122"/>
                <a:sym typeface="+mn-ea"/>
              </a:rPr>
              <a:t>7 minutes</a:t>
            </a:r>
            <a:r>
              <a:rPr lang="en-US" altLang="en-US" sz="2400" b="1">
                <a:latin typeface="PingFang SC Semibold" panose="020B0400000000000000" charset="-122"/>
                <a:ea typeface="PingFang SC Semibold" panose="020B0400000000000000" charset="-122"/>
                <a:sym typeface="+mn-ea"/>
              </a:rPr>
              <a:t> </a:t>
            </a:r>
            <a:r>
              <a:rPr lang="en-US" altLang="en-US" sz="2400">
                <a:sym typeface="+mn-ea"/>
              </a:rPr>
              <a:t>to showcase your project and do live demonstration, and </a:t>
            </a:r>
            <a:r>
              <a:rPr lang="en-US" altLang="en-US" sz="2400" b="1">
                <a:solidFill>
                  <a:srgbClr val="FF0000"/>
                </a:solidFill>
                <a:latin typeface="PingFang SC Semibold" panose="020B0400000000000000" charset="-122"/>
                <a:ea typeface="PingFang SC Semibold" panose="020B0400000000000000" charset="-122"/>
                <a:sym typeface="+mn-ea"/>
              </a:rPr>
              <a:t>there is no a Q&amp;A session. </a:t>
            </a:r>
            <a:endParaRPr lang="en-US" altLang="en-US" sz="2400" b="1">
              <a:solidFill>
                <a:srgbClr val="FF0000"/>
              </a:solidFill>
              <a:latin typeface="PingFang SC Semibold" panose="020B0400000000000000" charset="-122"/>
              <a:ea typeface="PingFang SC Semibold" panose="020B0400000000000000" charset="-122"/>
            </a:endParaRPr>
          </a:p>
          <a:p>
            <a:pPr marL="342900" indent="-342900">
              <a:buFont typeface="Arial" panose="020B0604020202020204" pitchFamily="34" charset="0"/>
              <a:buChar char="•"/>
            </a:pPr>
            <a:endParaRPr lang="en-US" altLang="en-US" sz="2400" b="1">
              <a:solidFill>
                <a:srgbClr val="FF0000"/>
              </a:solidFill>
              <a:latin typeface="PingFang SC Semibold" panose="020B0400000000000000" charset="-122"/>
              <a:ea typeface="PingFang SC Semibold" panose="020B04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0701655" cy="5460365"/>
          </a:xfrm>
          <a:prstGeom prst="rect">
            <a:avLst/>
          </a:prstGeom>
          <a:noFill/>
        </p:spPr>
        <p:txBody>
          <a:bodyPr wrap="square" rtlCol="0">
            <a:noAutofit/>
          </a:bodyPr>
          <a:p>
            <a:r>
              <a:rPr lang="en-US" altLang="en-US" sz="2400" b="1"/>
              <a:t>Presentation Order</a:t>
            </a:r>
            <a:endParaRPr lang="en-US" altLang="en-US" sz="2400" b="1"/>
          </a:p>
          <a:p>
            <a:endParaRPr lang="en-US" altLang="en-US" sz="2400" b="1"/>
          </a:p>
          <a:p>
            <a:pPr indent="0">
              <a:buFont typeface="Arial" panose="020B0604020202020204" pitchFamily="34" charset="0"/>
              <a:buNone/>
            </a:pPr>
            <a:r>
              <a:rPr lang="en-US" altLang="en-US" sz="2400"/>
              <a:t>Will be released before presentation</a:t>
            </a: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1520805" cy="5460365"/>
          </a:xfrm>
          <a:prstGeom prst="rect">
            <a:avLst/>
          </a:prstGeom>
          <a:noFill/>
        </p:spPr>
        <p:txBody>
          <a:bodyPr wrap="square" rtlCol="0">
            <a:noAutofit/>
          </a:bodyPr>
          <a:p>
            <a:r>
              <a:rPr lang="en-US" altLang="en-US" sz="2400" b="1"/>
              <a:t>Presentation Process</a:t>
            </a:r>
            <a:endParaRPr lang="en-US" altLang="en-US" sz="2400" b="1"/>
          </a:p>
          <a:p>
            <a:endParaRPr lang="en-US" altLang="en-US" sz="2400" b="1"/>
          </a:p>
          <a:p>
            <a:pPr marL="342900" indent="-342900">
              <a:buFont typeface="Arial" panose="020B0604020202020204" pitchFamily="34" charset="0"/>
              <a:buChar char="•"/>
            </a:pPr>
            <a:r>
              <a:rPr lang="en-US" altLang="en-US" sz="2400">
                <a:sym typeface="+mn-ea"/>
              </a:rPr>
              <a:t>Presenter(s) join the zoom meeting in advance; share screen when start presenting; </a:t>
            </a:r>
            <a:r>
              <a:rPr lang="en-US" altLang="en-US" sz="2400">
                <a:solidFill>
                  <a:srgbClr val="FF0000"/>
                </a:solidFill>
                <a:ea typeface="PingFang SC Semibold" panose="020B0400000000000000" charset="-122"/>
                <a:cs typeface="+mn-lt"/>
                <a:sym typeface="+mn-ea"/>
              </a:rPr>
              <a:t>strictly control the time within 7mins</a:t>
            </a:r>
            <a:br>
              <a:rPr lang="en-US" altLang="en-US" sz="2400" i="1">
                <a:solidFill>
                  <a:srgbClr val="FF0000"/>
                </a:solidFill>
                <a:ea typeface="PingFang SC Semibold" panose="020B0400000000000000" charset="-122"/>
                <a:cs typeface="+mn-lt"/>
                <a:sym typeface="+mn-ea"/>
              </a:rPr>
            </a:br>
            <a:r>
              <a:rPr lang="en-US" altLang="en-US" sz="2000" i="1">
                <a:solidFill>
                  <a:srgbClr val="FF0000"/>
                </a:solidFill>
                <a:ea typeface="PingFang SC Semibold" panose="020B0400000000000000" charset="-122"/>
                <a:cs typeface="+mn-lt"/>
                <a:sym typeface="+mn-ea"/>
              </a:rPr>
              <a:t>Please install Zoom,</a:t>
            </a:r>
            <a:r>
              <a:rPr lang="en-US" altLang="en-US" sz="2000" i="1">
                <a:solidFill>
                  <a:srgbClr val="FF0000"/>
                </a:solidFill>
                <a:ea typeface="PingFang SC" panose="020B0400000000000000" charset="-122"/>
                <a:cs typeface="+mn-lt"/>
                <a:sym typeface="+mn-ea"/>
              </a:rPr>
              <a:t> </a:t>
            </a:r>
            <a:r>
              <a:rPr lang="en-US" altLang="en-US" sz="2000" i="1">
                <a:solidFill>
                  <a:srgbClr val="FF0000"/>
                </a:solidFill>
                <a:ea typeface="PingFang SC Semibold" panose="020B0400000000000000" charset="-122"/>
                <a:cs typeface="+mn-lt"/>
                <a:sym typeface="+mn-ea"/>
              </a:rPr>
              <a:t>sign in with your PolyU account, grant screen-sharing and voice permission in advance. </a:t>
            </a:r>
            <a:endParaRPr lang="en-US" altLang="en-US" sz="2000">
              <a:cs typeface="+mn-lt"/>
            </a:endParaRPr>
          </a:p>
          <a:p>
            <a:pPr marL="342900" indent="-342900">
              <a:buFont typeface="Arial" panose="020B0604020202020204" pitchFamily="34" charset="0"/>
              <a:buChar char="•"/>
            </a:pPr>
            <a:endParaRPr lang="en-US" altLang="en-US" sz="2400">
              <a:sym typeface="+mn-ea"/>
            </a:endParaRPr>
          </a:p>
          <a:p>
            <a:pPr marL="342900" indent="-342900">
              <a:buFont typeface="Arial" panose="020B0604020202020204" pitchFamily="34" charset="0"/>
              <a:buChar char="•"/>
            </a:pPr>
            <a:r>
              <a:rPr lang="en-US" altLang="en-US" sz="2400">
                <a:sym typeface="+mn-ea"/>
              </a:rPr>
              <a:t>The professor and TAs will evaluate and score during the presentation.</a:t>
            </a:r>
            <a:endParaRPr lang="en-US" altLang="en-US" sz="2400"/>
          </a:p>
          <a:p>
            <a:pPr marL="342900" indent="-342900">
              <a:buFont typeface="Arial" panose="020B0604020202020204" pitchFamily="34" charset="0"/>
              <a:buChar char="•"/>
            </a:pPr>
            <a:endParaRPr lang="en-US" altLang="en-US" sz="2400">
              <a:sym typeface="+mn-ea"/>
            </a:endParaRPr>
          </a:p>
          <a:p>
            <a:pPr marL="342900" indent="-342900">
              <a:buFont typeface="Arial" panose="020B0604020202020204" pitchFamily="34" charset="0"/>
              <a:buChar char="•"/>
            </a:pPr>
            <a:r>
              <a:rPr lang="en-US" altLang="en-US" sz="2400">
                <a:sym typeface="+mn-ea"/>
              </a:rPr>
              <a:t>Students from other groups will provide feedback via an online feedback system.</a:t>
            </a:r>
            <a:endParaRPr lang="en-US" altLang="en-US" sz="2400"/>
          </a:p>
          <a:p>
            <a:pPr lvl="1"/>
            <a:r>
              <a:rPr lang="en-US" altLang="en-US" sz="2000" i="1">
                <a:solidFill>
                  <a:srgbClr val="FF0000"/>
                </a:solidFill>
                <a:sym typeface="+mn-ea"/>
              </a:rPr>
              <a:t>Students who submit constructive feedback that </a:t>
            </a:r>
            <a:r>
              <a:rPr lang="en-US" altLang="en-US" sz="2000" i="1" u="sng">
                <a:solidFill>
                  <a:srgbClr val="FF0000"/>
                </a:solidFill>
                <a:sym typeface="+mn-ea"/>
              </a:rPr>
              <a:t>is endorsed by</a:t>
            </a:r>
            <a:r>
              <a:rPr lang="en-US" altLang="en-US" sz="2000" i="1">
                <a:solidFill>
                  <a:srgbClr val="FF0000"/>
                </a:solidFill>
                <a:sym typeface="+mn-ea"/>
              </a:rPr>
              <a:t> the presenting group will </a:t>
            </a:r>
            <a:r>
              <a:rPr lang="en-US" altLang="en-US" sz="2000" i="1" u="sng">
                <a:solidFill>
                  <a:srgbClr val="FF0000"/>
                </a:solidFill>
                <a:sym typeface="+mn-ea"/>
              </a:rPr>
              <a:t>earn maximum 1 bonus point </a:t>
            </a:r>
            <a:r>
              <a:rPr lang="en-US" altLang="en-US" sz="2000" i="1">
                <a:solidFill>
                  <a:srgbClr val="FF0000"/>
                </a:solidFill>
                <a:sym typeface="+mn-ea"/>
              </a:rPr>
              <a:t>, which will count toward the final score (0-100 scale) </a:t>
            </a:r>
            <a:endParaRPr lang="en-US" altLang="en-US" sz="2000">
              <a:sym typeface="+mn-ea"/>
            </a:endParaRPr>
          </a:p>
          <a:p>
            <a:pPr marL="342900" indent="-342900">
              <a:buFont typeface="Arial" panose="020B0604020202020204" pitchFamily="34" charset="0"/>
              <a:buChar char="•"/>
            </a:pPr>
            <a:endParaRPr lang="en-US" altLang="en-US" sz="2400">
              <a:sym typeface="+mn-ea"/>
            </a:endParaRPr>
          </a:p>
          <a:p>
            <a:pPr marL="342900" indent="-342900">
              <a:buFont typeface="Arial" panose="020B0604020202020204" pitchFamily="34" charset="0"/>
              <a:buChar char="•"/>
            </a:pPr>
            <a:r>
              <a:rPr lang="en-US" altLang="en-US" sz="2400">
                <a:sym typeface="+mn-ea"/>
              </a:rPr>
              <a:t>After finishing the presentation, presenting group should review the feedback online and endorse helpful comments.</a:t>
            </a:r>
            <a:endParaRPr lang="en-US" altLang="en-US" sz="2400"/>
          </a:p>
          <a:p>
            <a:pPr indent="0">
              <a:buFont typeface="Arial" panose="020B0604020202020204" pitchFamily="34" charset="0"/>
              <a:buNone/>
            </a:pPr>
            <a:endParaRPr lang="en-US"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1520805" cy="5460365"/>
          </a:xfrm>
          <a:prstGeom prst="rect">
            <a:avLst/>
          </a:prstGeom>
          <a:noFill/>
        </p:spPr>
        <p:txBody>
          <a:bodyPr wrap="square" rtlCol="0">
            <a:noAutofit/>
          </a:bodyPr>
          <a:p>
            <a:r>
              <a:rPr lang="en-US" altLang="en-US" sz="2400" b="1"/>
              <a:t>Tips for a successful presentation</a:t>
            </a:r>
            <a:endParaRPr lang="en-US" altLang="en-US" sz="2400" b="1"/>
          </a:p>
          <a:p>
            <a:pPr indent="0">
              <a:buFont typeface="Arial" panose="020B0604020202020204" pitchFamily="34" charset="0"/>
              <a:buNone/>
            </a:pPr>
            <a:endParaRPr lang="en-US" altLang="en-US" sz="2400"/>
          </a:p>
          <a:p>
            <a:pPr marL="0" indent="0">
              <a:buNone/>
            </a:pPr>
            <a:r>
              <a:rPr lang="en-US" altLang="en-US" sz="2400">
                <a:sym typeface="+mn-ea"/>
              </a:rPr>
              <a:t>Given the limited time (7 minutes):</a:t>
            </a:r>
            <a:endParaRPr lang="en-US" altLang="en-US" sz="2400"/>
          </a:p>
          <a:p>
            <a:pPr marL="0" indent="0">
              <a:buNone/>
            </a:pPr>
            <a:endParaRPr lang="en-US" altLang="en-US" sz="2400">
              <a:sym typeface="+mn-ea"/>
            </a:endParaRPr>
          </a:p>
          <a:p>
            <a:pPr marL="342900" indent="-342900">
              <a:buFont typeface="Arial" panose="020B0604020202020204" pitchFamily="34" charset="0"/>
              <a:buChar char="•"/>
            </a:pPr>
            <a:r>
              <a:rPr lang="en-US" altLang="en-US" sz="2400">
                <a:sym typeface="+mn-ea"/>
              </a:rPr>
              <a:t>Please ensure your equipment and environment are properly set up.</a:t>
            </a:r>
            <a:endParaRPr lang="en-US" altLang="en-US" sz="2400">
              <a:sym typeface="+mn-ea"/>
            </a:endParaRPr>
          </a:p>
          <a:p>
            <a:pPr marL="342900" indent="-342900">
              <a:buFont typeface="Arial" panose="020B0604020202020204" pitchFamily="34" charset="0"/>
              <a:buChar char="•"/>
            </a:pPr>
            <a:endParaRPr lang="en-US" altLang="en-US" sz="2400">
              <a:sym typeface="+mn-ea"/>
            </a:endParaRPr>
          </a:p>
          <a:p>
            <a:pPr marL="342900" indent="-342900">
              <a:buFont typeface="Arial" panose="020B0604020202020204" pitchFamily="34" charset="0"/>
              <a:buChar char="•"/>
            </a:pPr>
            <a:r>
              <a:rPr lang="en-US" altLang="en-US" sz="2400">
                <a:sym typeface="+mn-ea"/>
              </a:rPr>
              <a:t>Please don't let your laptop die; </a:t>
            </a:r>
            <a:r>
              <a:rPr lang="zh-CN" altLang="en-US" sz="2400">
                <a:sym typeface="+mn-ea"/>
              </a:rPr>
              <a:t>🔋</a:t>
            </a:r>
            <a:r>
              <a:rPr lang="en-US" altLang="zh-CN" sz="2400">
                <a:sym typeface="+mn-ea"/>
              </a:rPr>
              <a:t> </a:t>
            </a:r>
            <a:r>
              <a:rPr lang="en-US" altLang="en-US" sz="2400">
                <a:sym typeface="+mn-ea"/>
              </a:rPr>
              <a:t>fully charge it before presenting.</a:t>
            </a:r>
            <a:endParaRPr lang="en-US" altLang="en-US" sz="2400">
              <a:sym typeface="+mn-ea"/>
            </a:endParaRPr>
          </a:p>
          <a:p>
            <a:pPr marL="342900" indent="-342900">
              <a:buFont typeface="Arial" panose="020B0604020202020204" pitchFamily="34" charset="0"/>
              <a:buChar char="•"/>
            </a:pPr>
            <a:endParaRPr lang="en-US" altLang="en-US" sz="2400">
              <a:sym typeface="+mn-ea"/>
            </a:endParaRPr>
          </a:p>
          <a:p>
            <a:pPr marL="342900" indent="-342900">
              <a:buFont typeface="Arial" panose="020B0604020202020204" pitchFamily="34" charset="0"/>
              <a:buChar char="•"/>
            </a:pPr>
            <a:r>
              <a:rPr lang="en-US" altLang="en-US" sz="2400">
                <a:solidFill>
                  <a:schemeClr val="tx1"/>
                </a:solidFill>
                <a:sym typeface="+mn-ea"/>
              </a:rPr>
              <a:t>Please configure Zoom in advance</a:t>
            </a:r>
            <a:endParaRPr lang="en-US" altLang="en-US" sz="2400">
              <a:solidFill>
                <a:schemeClr val="tx1"/>
              </a:solidFill>
              <a:sym typeface="+mn-ea"/>
            </a:endParaRPr>
          </a:p>
          <a:p>
            <a:pPr marL="800100" lvl="2" indent="-342900" algn="l">
              <a:buClrTx/>
              <a:buSzTx/>
              <a:buFont typeface="Arial" panose="020B0604020202020204" pitchFamily="34" charset="0"/>
              <a:buChar char="•"/>
            </a:pPr>
            <a:r>
              <a:rPr lang="en-US" altLang="en-US" sz="2000" i="1">
                <a:solidFill>
                  <a:srgbClr val="FF0000"/>
                </a:solidFill>
                <a:ea typeface="PingFang SC Semibold" panose="020B0400000000000000" charset="-122"/>
                <a:cs typeface="+mn-lt"/>
                <a:sym typeface="+mn-ea"/>
              </a:rPr>
              <a:t>install Zoom</a:t>
            </a:r>
            <a:endParaRPr lang="en-US" altLang="en-US" sz="2000" i="1">
              <a:solidFill>
                <a:srgbClr val="FF0000"/>
              </a:solidFill>
              <a:ea typeface="PingFang SC Semibold" panose="020B0400000000000000" charset="-122"/>
              <a:cs typeface="+mn-lt"/>
              <a:sym typeface="+mn-ea"/>
            </a:endParaRPr>
          </a:p>
          <a:p>
            <a:pPr marL="800100" lvl="2" indent="-342900" algn="l">
              <a:buClrTx/>
              <a:buSzTx/>
              <a:buFont typeface="Arial" panose="020B0604020202020204" pitchFamily="34" charset="0"/>
              <a:buChar char="•"/>
            </a:pPr>
            <a:r>
              <a:rPr lang="en-US" altLang="en-US" sz="2000" i="1">
                <a:solidFill>
                  <a:srgbClr val="FF0000"/>
                </a:solidFill>
                <a:ea typeface="PingFang SC Semibold" panose="020B0400000000000000" charset="-122"/>
                <a:cs typeface="+mn-lt"/>
                <a:sym typeface="+mn-ea"/>
              </a:rPr>
              <a:t>sign in with your PolyU account</a:t>
            </a:r>
            <a:endParaRPr lang="en-US" altLang="en-US" sz="2000" i="1">
              <a:solidFill>
                <a:srgbClr val="FF0000"/>
              </a:solidFill>
              <a:ea typeface="PingFang SC Semibold" panose="020B0400000000000000" charset="-122"/>
              <a:cs typeface="+mn-lt"/>
              <a:sym typeface="+mn-ea"/>
            </a:endParaRPr>
          </a:p>
          <a:p>
            <a:pPr marL="800100" lvl="2" indent="-342900" algn="l">
              <a:buClrTx/>
              <a:buSzTx/>
              <a:buFont typeface="Arial" panose="020B0604020202020204" pitchFamily="34" charset="0"/>
              <a:buChar char="•"/>
            </a:pPr>
            <a:r>
              <a:rPr lang="en-US" altLang="en-US" sz="2000" i="1">
                <a:solidFill>
                  <a:srgbClr val="FF0000"/>
                </a:solidFill>
                <a:ea typeface="PingFang SC Semibold" panose="020B0400000000000000" charset="-122"/>
                <a:cs typeface="+mn-lt"/>
                <a:sym typeface="+mn-ea"/>
              </a:rPr>
              <a:t>grant screen-sharing and voice permission</a:t>
            </a:r>
            <a:endParaRPr lang="en-US" altLang="en-US" sz="2000" i="1">
              <a:solidFill>
                <a:srgbClr val="FF0000"/>
              </a:solidFill>
              <a:ea typeface="PingFang SC Semibold" panose="020B0400000000000000" charset="-122"/>
              <a:cs typeface="+mn-lt"/>
              <a:sym typeface="+mn-ea"/>
            </a:endParaRPr>
          </a:p>
          <a:p>
            <a:pPr marL="800100" lvl="2" indent="-342900" algn="l">
              <a:buClrTx/>
              <a:buSzTx/>
              <a:buFont typeface="Arial" panose="020B0604020202020204" pitchFamily="34" charset="0"/>
              <a:buChar char="•"/>
            </a:pPr>
            <a:endParaRPr lang="en-US" altLang="en-US" sz="2000" i="1">
              <a:solidFill>
                <a:srgbClr val="FF0000"/>
              </a:solidFill>
              <a:ea typeface="PingFang SC Semibold" panose="020B0400000000000000" charset="-122"/>
              <a:cs typeface="+mn-lt"/>
            </a:endParaRPr>
          </a:p>
          <a:p>
            <a:pPr marL="342900" indent="-342900">
              <a:buFont typeface="Arial" panose="020B0604020202020204" pitchFamily="34" charset="0"/>
              <a:buChar char="•"/>
            </a:pPr>
            <a:r>
              <a:rPr lang="en-US" altLang="en-US" sz="2400">
                <a:sym typeface="+mn-ea"/>
              </a:rPr>
              <a:t>Practice beforehand and keep your presentation within 7 minutes.</a:t>
            </a:r>
            <a:endParaRPr lang="en-US" altLang="en-US" sz="2400"/>
          </a:p>
          <a:p>
            <a:pPr marL="0" indent="0">
              <a:buNone/>
            </a:pP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0986770" cy="5460365"/>
          </a:xfrm>
          <a:prstGeom prst="rect">
            <a:avLst/>
          </a:prstGeom>
          <a:noFill/>
        </p:spPr>
        <p:txBody>
          <a:bodyPr wrap="square" rtlCol="0">
            <a:noAutofit/>
          </a:bodyPr>
          <a:p>
            <a:r>
              <a:rPr lang="en-US" altLang="en-US" sz="2400" b="1"/>
              <a:t>Scoring Rubics</a:t>
            </a:r>
            <a:endParaRPr lang="en-US" altLang="en-US" sz="2400" b="1"/>
          </a:p>
          <a:p>
            <a:pPr indent="0">
              <a:buFont typeface="Arial" panose="020B0604020202020204" pitchFamily="34" charset="0"/>
              <a:buNone/>
            </a:pPr>
            <a:endParaRPr lang="en-US" altLang="en-US" sz="2400"/>
          </a:p>
          <a:p>
            <a:pPr marL="0" indent="0">
              <a:buNone/>
            </a:pPr>
            <a:r>
              <a:rPr lang="en-US" altLang="en-US" sz="2400" b="1">
                <a:solidFill>
                  <a:srgbClr val="FF0000"/>
                </a:solidFill>
                <a:latin typeface="PingFang SC Semibold" panose="020B0400000000000000" charset="-122"/>
                <a:ea typeface="PingFang SC Semibold" panose="020B0400000000000000" charset="-122"/>
                <a:sym typeface="+mn-ea"/>
              </a:rPr>
              <a:t>1) </a:t>
            </a:r>
            <a:r>
              <a:rPr lang="en-US" altLang="en-US" sz="2400" b="1" u="sng">
                <a:solidFill>
                  <a:srgbClr val="FF0000"/>
                </a:solidFill>
                <a:latin typeface="PingFang SC Semibold" panose="020B0400000000000000" charset="-122"/>
                <a:ea typeface="PingFang SC Semibold" panose="020B0400000000000000" charset="-122"/>
                <a:sym typeface="+mn-ea"/>
              </a:rPr>
              <a:t>Appropriateness.</a:t>
            </a:r>
            <a:endParaRPr lang="en-US" altLang="en-US" sz="2400">
              <a:solidFill>
                <a:srgbClr val="FF0000"/>
              </a:solidFill>
            </a:endParaRPr>
          </a:p>
          <a:p>
            <a:pPr marL="800100" lvl="1" indent="-342900">
              <a:buFont typeface="Arial" panose="020B0604020202020204" pitchFamily="34" charset="0"/>
              <a:buChar char="•"/>
            </a:pPr>
            <a:r>
              <a:rPr lang="en-US" altLang="en-US" sz="2400">
                <a:sym typeface="+mn-ea"/>
              </a:rPr>
              <a:t>Task settings, challenges, methodologies, and system functionality are highly appropriate and relevant. (</a:t>
            </a:r>
            <a:r>
              <a:rPr lang="en-US" altLang="en-US" sz="2400">
                <a:solidFill>
                  <a:schemeClr val="accent4"/>
                </a:solidFill>
                <a:sym typeface="+mn-ea"/>
              </a:rPr>
              <a:t>3%</a:t>
            </a:r>
            <a:r>
              <a:rPr lang="en-US" altLang="en-US" sz="2400">
                <a:sym typeface="+mn-ea"/>
              </a:rPr>
              <a:t>) </a:t>
            </a:r>
            <a:endParaRPr lang="en-US" altLang="en-US" sz="2400">
              <a:sym typeface="+mn-ea"/>
            </a:endParaRPr>
          </a:p>
          <a:p>
            <a:pPr marL="800100" lvl="1" indent="-342900">
              <a:buFont typeface="Arial" panose="020B0604020202020204" pitchFamily="34" charset="0"/>
              <a:buChar char="•"/>
            </a:pPr>
            <a:r>
              <a:rPr lang="en-US" altLang="en-US" sz="2400">
                <a:sym typeface="+mn-ea"/>
              </a:rPr>
              <a:t>Task settings, challenges, methodologies, and system functionality are mostly appropriate and relevant. (</a:t>
            </a:r>
            <a:r>
              <a:rPr lang="en-US" altLang="en-US" sz="2400">
                <a:solidFill>
                  <a:schemeClr val="accent4"/>
                </a:solidFill>
                <a:sym typeface="+mn-ea"/>
              </a:rPr>
              <a:t>2.5%</a:t>
            </a:r>
            <a:r>
              <a:rPr lang="en-US" altLang="en-US" sz="2400">
                <a:sym typeface="+mn-ea"/>
              </a:rPr>
              <a:t>) </a:t>
            </a:r>
            <a:endParaRPr lang="en-US" altLang="en-US" sz="2400">
              <a:sym typeface="+mn-ea"/>
            </a:endParaRPr>
          </a:p>
          <a:p>
            <a:pPr marL="800100" lvl="1" indent="-342900">
              <a:buFont typeface="Arial" panose="020B0604020202020204" pitchFamily="34" charset="0"/>
              <a:buChar char="•"/>
            </a:pPr>
            <a:r>
              <a:rPr lang="en-US" altLang="en-US" sz="2400">
                <a:sym typeface="+mn-ea"/>
              </a:rPr>
              <a:t>Task settings, challenges, methodologies, and system functionality demonstrate some level of appropriateness. (</a:t>
            </a:r>
            <a:r>
              <a:rPr lang="en-US" altLang="en-US" sz="2400">
                <a:solidFill>
                  <a:schemeClr val="accent4"/>
                </a:solidFill>
                <a:sym typeface="+mn-ea"/>
              </a:rPr>
              <a:t>2%</a:t>
            </a:r>
            <a:r>
              <a:rPr lang="en-US" altLang="en-US" sz="2400">
                <a:sym typeface="+mn-ea"/>
              </a:rPr>
              <a:t>) </a:t>
            </a:r>
            <a:endParaRPr lang="en-US" altLang="en-US" sz="2400">
              <a:sym typeface="+mn-ea"/>
            </a:endParaRPr>
          </a:p>
          <a:p>
            <a:pPr marL="800100" lvl="1" indent="-342900">
              <a:buFont typeface="Arial" panose="020B0604020202020204" pitchFamily="34" charset="0"/>
              <a:buChar char="•"/>
            </a:pPr>
            <a:r>
              <a:rPr lang="en-US" altLang="en-US" sz="2400">
                <a:sym typeface="+mn-ea"/>
              </a:rPr>
              <a:t>Task settings, challenges, methodologies, and system functionality are inadequate. (</a:t>
            </a:r>
            <a:r>
              <a:rPr lang="en-US" altLang="en-US" sz="2400">
                <a:solidFill>
                  <a:schemeClr val="accent4"/>
                </a:solidFill>
                <a:sym typeface="+mn-ea"/>
              </a:rPr>
              <a:t>1.5%</a:t>
            </a:r>
            <a:r>
              <a:rPr lang="en-US" altLang="en-US" sz="2400">
                <a:sym typeface="+mn-ea"/>
              </a:rPr>
              <a:t>) </a:t>
            </a:r>
            <a:endParaRPr lang="en-US" altLang="en-US" sz="2400">
              <a:sym typeface="+mn-ea"/>
            </a:endParaRPr>
          </a:p>
          <a:p>
            <a:pPr marL="800100" lvl="1" indent="-342900">
              <a:buFont typeface="Arial" panose="020B0604020202020204" pitchFamily="34" charset="0"/>
              <a:buChar char="•"/>
            </a:pPr>
            <a:r>
              <a:rPr lang="en-US" altLang="en-US" sz="2400">
                <a:sym typeface="+mn-ea"/>
              </a:rPr>
              <a:t>Task settings, challenges, methodologies, and system functionality are inappropriate. (</a:t>
            </a:r>
            <a:r>
              <a:rPr lang="en-US" altLang="en-US" sz="2400">
                <a:solidFill>
                  <a:schemeClr val="accent4"/>
                </a:solidFill>
                <a:sym typeface="+mn-ea"/>
              </a:rPr>
              <a:t>1%</a:t>
            </a:r>
            <a:r>
              <a:rPr lang="en-US" altLang="en-US" sz="2400">
                <a:sym typeface="+mn-ea"/>
              </a:rPr>
              <a:t>) </a:t>
            </a:r>
            <a:endParaRPr lang="en-US" altLang="en-US" sz="2400"/>
          </a:p>
          <a:p>
            <a:pPr indent="0">
              <a:buFont typeface="Arial" panose="020B0604020202020204" pitchFamily="34" charset="0"/>
              <a:buNone/>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0956290" cy="5460365"/>
          </a:xfrm>
          <a:prstGeom prst="rect">
            <a:avLst/>
          </a:prstGeom>
          <a:noFill/>
        </p:spPr>
        <p:txBody>
          <a:bodyPr wrap="square" rtlCol="0">
            <a:noAutofit/>
          </a:bodyPr>
          <a:p>
            <a:r>
              <a:rPr lang="en-US" altLang="en-US" sz="2400" b="1"/>
              <a:t>Scoring Rubics</a:t>
            </a:r>
            <a:endParaRPr lang="en-US" altLang="en-US" sz="2400" b="1"/>
          </a:p>
          <a:p>
            <a:pPr indent="0">
              <a:buFont typeface="Arial" panose="020B0604020202020204" pitchFamily="34" charset="0"/>
              <a:buNone/>
            </a:pPr>
            <a:endParaRPr lang="en-US" altLang="en-US" sz="2400"/>
          </a:p>
          <a:p>
            <a:pPr marL="0" indent="0">
              <a:buNone/>
            </a:pPr>
            <a:r>
              <a:rPr lang="en-US" altLang="en-US" sz="2400" b="1">
                <a:solidFill>
                  <a:srgbClr val="FF0000"/>
                </a:solidFill>
                <a:latin typeface="PingFang SC Semibold" panose="020B0400000000000000" charset="-122"/>
                <a:ea typeface="PingFang SC Semibold" panose="020B0400000000000000" charset="-122"/>
                <a:sym typeface="+mn-ea"/>
              </a:rPr>
              <a:t>2) </a:t>
            </a:r>
            <a:r>
              <a:rPr lang="en-US" altLang="en-US" sz="2400" b="1" u="sng">
                <a:solidFill>
                  <a:srgbClr val="FF0000"/>
                </a:solidFill>
                <a:latin typeface="PingFang SC Semibold" panose="020B0400000000000000" charset="-122"/>
                <a:ea typeface="PingFang SC Semibold" panose="020B0400000000000000" charset="-122"/>
                <a:sym typeface="+mn-ea"/>
              </a:rPr>
              <a:t>Soundness</a:t>
            </a:r>
            <a:r>
              <a:rPr lang="en-US" altLang="en-US" sz="2400" b="1" u="sng">
                <a:solidFill>
                  <a:srgbClr val="FF0000"/>
                </a:solidFill>
                <a:latin typeface="PingFang SC Semibold" panose="020B0400000000000000" charset="-122"/>
                <a:ea typeface="PingFang SC Semibold" panose="020B0400000000000000" charset="-122"/>
                <a:sym typeface="+mn-ea"/>
              </a:rPr>
              <a:t>.</a:t>
            </a:r>
            <a:endParaRPr lang="en-US" altLang="en-US" sz="2400">
              <a:solidFill>
                <a:srgbClr val="FF0000"/>
              </a:solidFill>
            </a:endParaRPr>
          </a:p>
          <a:p>
            <a:pPr marL="800100" lvl="1" indent="-342900">
              <a:buFont typeface="Arial" panose="020B0604020202020204" pitchFamily="34" charset="0"/>
              <a:buChar char="•"/>
            </a:pPr>
            <a:r>
              <a:rPr lang="en-US" altLang="en-US" sz="2400">
                <a:sym typeface="+mn-ea"/>
              </a:rPr>
              <a:t>The project demonstrates a comprehensive and well-organized development process with clear and logical explanations. (3%)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demonstrates a mostly comprehensive and well-organized development process with mostly clear and logical explanations. (2.5%)</a:t>
            </a:r>
            <a:endParaRPr lang="en-US" altLang="en-US" sz="2400">
              <a:sym typeface="+mn-ea"/>
            </a:endParaRPr>
          </a:p>
          <a:p>
            <a:pPr marL="800100" lvl="1" indent="-342900">
              <a:buFont typeface="Arial" panose="020B0604020202020204" pitchFamily="34" charset="0"/>
              <a:buChar char="•"/>
            </a:pPr>
            <a:r>
              <a:rPr lang="en-US" altLang="en-US" sz="2400">
                <a:sym typeface="+mn-ea"/>
              </a:rPr>
              <a:t>The project demonstrates some level of organization and logic in the development process, but with some unclear explanations. (2%)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demonstrates limited organization and logic in the development process and provides inadequate explanations. (1.5%)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is disorganized and lacks a clear or logical development process with unclear or illogical explanations. (1%) </a:t>
            </a:r>
            <a:endParaRPr lang="en-US" altLang="en-US" sz="2400"/>
          </a:p>
          <a:p>
            <a:pPr indent="0">
              <a:buFont typeface="Arial" panose="020B0604020202020204" pitchFamily="34" charset="0"/>
              <a:buNone/>
            </a:pP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1188065" cy="5460365"/>
          </a:xfrm>
          <a:prstGeom prst="rect">
            <a:avLst/>
          </a:prstGeom>
          <a:noFill/>
        </p:spPr>
        <p:txBody>
          <a:bodyPr wrap="square" rtlCol="0">
            <a:noAutofit/>
          </a:bodyPr>
          <a:p>
            <a:r>
              <a:rPr lang="en-US" altLang="en-US" sz="2400" b="1"/>
              <a:t>Scoring Rubics</a:t>
            </a:r>
            <a:endParaRPr lang="en-US" altLang="en-US" sz="2400" b="1"/>
          </a:p>
          <a:p>
            <a:pPr indent="0">
              <a:buFont typeface="Arial" panose="020B0604020202020204" pitchFamily="34" charset="0"/>
              <a:buNone/>
            </a:pPr>
            <a:endParaRPr lang="en-US" altLang="en-US" sz="2400"/>
          </a:p>
          <a:p>
            <a:pPr marL="0" indent="0">
              <a:buNone/>
            </a:pPr>
            <a:r>
              <a:rPr lang="en-US" altLang="en-US" sz="2400" b="1">
                <a:solidFill>
                  <a:srgbClr val="FF0000"/>
                </a:solidFill>
                <a:latin typeface="PingFang SC Semibold" panose="020B0400000000000000" charset="-122"/>
                <a:ea typeface="PingFang SC Semibold" panose="020B0400000000000000" charset="-122"/>
                <a:sym typeface="+mn-ea"/>
              </a:rPr>
              <a:t>3) </a:t>
            </a:r>
            <a:r>
              <a:rPr lang="en-US" altLang="en-US" sz="2400" b="1" u="sng">
                <a:solidFill>
                  <a:srgbClr val="FF0000"/>
                </a:solidFill>
                <a:latin typeface="PingFang SC Semibold" panose="020B0400000000000000" charset="-122"/>
                <a:ea typeface="PingFang SC Semibold" panose="020B0400000000000000" charset="-122"/>
                <a:sym typeface="+mn-ea"/>
              </a:rPr>
              <a:t>Excitement.</a:t>
            </a:r>
            <a:endParaRPr lang="en-US" altLang="en-US" sz="2400" u="sng">
              <a:solidFill>
                <a:srgbClr val="FF0000"/>
              </a:solidFill>
            </a:endParaRPr>
          </a:p>
          <a:p>
            <a:pPr marL="800100" lvl="1" indent="-342900">
              <a:buFont typeface="Arial" panose="020B0604020202020204" pitchFamily="34" charset="0"/>
              <a:buChar char="•"/>
            </a:pPr>
            <a:r>
              <a:rPr lang="en-US" altLang="en-US" sz="2400">
                <a:sym typeface="+mn-ea"/>
              </a:rPr>
              <a:t>The project presents innovative and engaging ideas that consistently capture the attention of the audience. (3%)</a:t>
            </a:r>
            <a:endParaRPr lang="en-US" altLang="en-US" sz="2400">
              <a:sym typeface="+mn-ea"/>
            </a:endParaRPr>
          </a:p>
          <a:p>
            <a:pPr marL="800100" lvl="1" indent="-342900">
              <a:buFont typeface="Arial" panose="020B0604020202020204" pitchFamily="34" charset="0"/>
              <a:buChar char="•"/>
            </a:pPr>
            <a:r>
              <a:rPr lang="en-US" altLang="en-US" sz="2400">
                <a:sym typeface="+mn-ea"/>
              </a:rPr>
              <a:t>The project presents engaging ideas that mostly capture the attention of the audience, but may lack consistency. (2.5%)</a:t>
            </a:r>
            <a:endParaRPr lang="en-US" altLang="en-US" sz="2400">
              <a:sym typeface="+mn-ea"/>
            </a:endParaRPr>
          </a:p>
          <a:p>
            <a:pPr marL="800100" lvl="1" indent="-342900">
              <a:buFont typeface="Arial" panose="020B0604020202020204" pitchFamily="34" charset="0"/>
              <a:buChar char="•"/>
            </a:pPr>
            <a:r>
              <a:rPr lang="en-US" altLang="en-US" sz="2400">
                <a:sym typeface="+mn-ea"/>
              </a:rPr>
              <a:t>The project presents some level of engagement, but with areas of improvement and inconsistent audience attention. (2%)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lacks innovation and fails to capture the audience's excitement consistently. (1.5%)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lacks excitement or fails to engage the audience. (1%) </a:t>
            </a:r>
            <a:endParaRPr lang="en-US" altLang="en-US" sz="2400"/>
          </a:p>
          <a:p>
            <a:pPr indent="0">
              <a:buFont typeface="Arial" panose="020B0604020202020204" pitchFamily="34" charset="0"/>
              <a:buNone/>
            </a:pPr>
            <a:endParaRPr lang="en-US"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1520805" cy="5460365"/>
          </a:xfrm>
          <a:prstGeom prst="rect">
            <a:avLst/>
          </a:prstGeom>
          <a:noFill/>
        </p:spPr>
        <p:txBody>
          <a:bodyPr wrap="square" rtlCol="0">
            <a:noAutofit/>
          </a:bodyPr>
          <a:p>
            <a:r>
              <a:rPr lang="en-US" altLang="en-US" sz="2400" b="1"/>
              <a:t>Scoring Rubics</a:t>
            </a:r>
            <a:endParaRPr lang="en-US" altLang="en-US" sz="2400" b="1"/>
          </a:p>
          <a:p>
            <a:pPr indent="0">
              <a:buFont typeface="Arial" panose="020B0604020202020204" pitchFamily="34" charset="0"/>
              <a:buNone/>
            </a:pPr>
            <a:endParaRPr lang="en-US" altLang="en-US" sz="2400"/>
          </a:p>
          <a:p>
            <a:pPr marL="0" indent="0">
              <a:buNone/>
            </a:pPr>
            <a:r>
              <a:rPr lang="en-US" altLang="en-US" sz="2400" b="1">
                <a:solidFill>
                  <a:srgbClr val="FF0000"/>
                </a:solidFill>
                <a:latin typeface="PingFang SC Semibold" panose="020B0400000000000000" charset="-122"/>
                <a:ea typeface="PingFang SC Semibold" panose="020B0400000000000000" charset="-122"/>
                <a:sym typeface="+mn-ea"/>
              </a:rPr>
              <a:t>4) </a:t>
            </a:r>
            <a:r>
              <a:rPr lang="en-US" altLang="en-US" sz="2400" b="1" u="sng">
                <a:solidFill>
                  <a:srgbClr val="FF0000"/>
                </a:solidFill>
                <a:latin typeface="PingFang SC Semibold" panose="020B0400000000000000" charset="-122"/>
                <a:ea typeface="PingFang SC Semibold" panose="020B0400000000000000" charset="-122"/>
                <a:sym typeface="+mn-ea"/>
              </a:rPr>
              <a:t>Presentation.</a:t>
            </a:r>
            <a:endParaRPr lang="en-US" altLang="en-US" sz="2400" u="sng">
              <a:solidFill>
                <a:srgbClr val="FF0000"/>
              </a:solidFill>
            </a:endParaRPr>
          </a:p>
          <a:p>
            <a:pPr marL="800100" lvl="1" indent="-342900">
              <a:buFont typeface="Arial" panose="020B0604020202020204" pitchFamily="34" charset="0"/>
              <a:buChar char="•"/>
            </a:pPr>
            <a:r>
              <a:rPr lang="en-US" altLang="en-US" sz="2400">
                <a:sym typeface="+mn-ea"/>
              </a:rPr>
              <a:t>The presentation is highly polished and professional, with excellent delivery and effective use of visual aids. (3%) </a:t>
            </a:r>
            <a:endParaRPr lang="en-US" altLang="en-US" sz="2400">
              <a:sym typeface="+mn-ea"/>
            </a:endParaRPr>
          </a:p>
          <a:p>
            <a:pPr marL="800100" lvl="1" indent="-342900">
              <a:buFont typeface="Arial" panose="020B0604020202020204" pitchFamily="34" charset="0"/>
              <a:buChar char="•"/>
            </a:pPr>
            <a:r>
              <a:rPr lang="en-US" altLang="en-US" sz="2400">
                <a:sym typeface="+mn-ea"/>
              </a:rPr>
              <a:t>The presentation is mostly polished and professional, with good delivery and adequate use of visual aids. (2.5%) </a:t>
            </a:r>
            <a:endParaRPr lang="en-US" altLang="en-US" sz="2400">
              <a:sym typeface="+mn-ea"/>
            </a:endParaRPr>
          </a:p>
          <a:p>
            <a:pPr marL="800100" lvl="1" indent="-342900">
              <a:buFont typeface="Arial" panose="020B0604020202020204" pitchFamily="34" charset="0"/>
              <a:buChar char="•"/>
            </a:pPr>
            <a:r>
              <a:rPr lang="en-US" altLang="en-US" sz="2400">
                <a:sym typeface="+mn-ea"/>
              </a:rPr>
              <a:t>The presentation has some areas of improvement in polish and professionalism, and delivery may lack consistency. (2%) </a:t>
            </a:r>
            <a:endParaRPr lang="en-US" altLang="en-US" sz="2400">
              <a:sym typeface="+mn-ea"/>
            </a:endParaRPr>
          </a:p>
          <a:p>
            <a:pPr marL="800100" lvl="1" indent="-342900">
              <a:buFont typeface="Arial" panose="020B0604020202020204" pitchFamily="34" charset="0"/>
              <a:buChar char="•"/>
            </a:pPr>
            <a:r>
              <a:rPr lang="en-US" altLang="en-US" sz="2400">
                <a:sym typeface="+mn-ea"/>
              </a:rPr>
              <a:t>The presentation lacks polish and professionalism, and delivery is weak. Visual aids are ineffective. (1.5%)</a:t>
            </a:r>
            <a:endParaRPr lang="en-US" altLang="en-US" sz="2400">
              <a:sym typeface="+mn-ea"/>
            </a:endParaRPr>
          </a:p>
          <a:p>
            <a:pPr marL="800100" lvl="1" indent="-342900">
              <a:buFont typeface="Arial" panose="020B0604020202020204" pitchFamily="34" charset="0"/>
              <a:buChar char="•"/>
            </a:pPr>
            <a:r>
              <a:rPr lang="en-US" altLang="en-US" sz="2400">
                <a:sym typeface="+mn-ea"/>
              </a:rPr>
              <a:t>The presentation is poorly executed, making it difficult to follow, with ineffective use of visual aids. (1%) </a:t>
            </a:r>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3"/>
          <p:cNvSpPr/>
          <p:nvPr/>
        </p:nvSpPr>
        <p:spPr>
          <a:xfrm>
            <a:off x="416560" y="240030"/>
            <a:ext cx="8025765" cy="829945"/>
          </a:xfrm>
          <a:prstGeom prst="rect">
            <a:avLst/>
          </a:prstGeom>
          <a:noFill/>
        </p:spPr>
        <p:txBody>
          <a:bodyPr wrap="square">
            <a:spAutoFit/>
          </a:bodyPr>
          <a:lstStyle/>
          <a:p>
            <a:r>
              <a:rPr lang="en-US" sz="2400" b="1" dirty="0">
                <a:solidFill>
                  <a:srgbClr val="C00000"/>
                </a:solidFill>
                <a:latin typeface="微软雅黑" panose="020B0503020204020204" pitchFamily="34" charset="-122"/>
                <a:ea typeface="微软雅黑" panose="020B0503020204020204" pitchFamily="34" charset="-122"/>
              </a:rPr>
              <a:t>02</a:t>
            </a:r>
            <a:r>
              <a:rPr lang="zh-CN" altLang="en-US" sz="2400" b="1" dirty="0">
                <a:solidFill>
                  <a:srgbClr val="C00000"/>
                </a:solidFill>
                <a:latin typeface="微软雅黑" panose="020B0503020204020204" pitchFamily="34" charset="-122"/>
                <a:ea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rPr>
              <a:t>Group Project Presentation</a:t>
            </a:r>
            <a:endParaRPr lang="zh-CN" altLang="en-US" sz="2400" b="1" dirty="0">
              <a:solidFill>
                <a:srgbClr val="C00000"/>
              </a:solidFill>
              <a:latin typeface="微软雅黑" panose="020B0503020204020204" pitchFamily="34" charset="-122"/>
              <a:ea typeface="微软雅黑" panose="020B0503020204020204" pitchFamily="34" charset="-122"/>
            </a:endParaRPr>
          </a:p>
          <a:p>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2" name="Title 1"/>
          <p:cNvSpPr>
            <a:spLocks noGrp="1"/>
          </p:cNvSpPr>
          <p:nvPr/>
        </p:nvSpPr>
        <p:spPr>
          <a:xfrm>
            <a:off x="470647" y="365126"/>
            <a:ext cx="11187953" cy="818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p>
        </p:txBody>
      </p:sp>
      <p:sp>
        <p:nvSpPr>
          <p:cNvPr id="4" name="Content Placeholder 2"/>
          <p:cNvSpPr>
            <a:spLocks noGrp="1"/>
          </p:cNvSpPr>
          <p:nvPr/>
        </p:nvSpPr>
        <p:spPr>
          <a:xfrm>
            <a:off x="438785" y="1067435"/>
            <a:ext cx="11188700" cy="1337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p>
        </p:txBody>
      </p:sp>
      <p:sp>
        <p:nvSpPr>
          <p:cNvPr id="5" name="Text Box 4"/>
          <p:cNvSpPr txBox="1"/>
          <p:nvPr/>
        </p:nvSpPr>
        <p:spPr>
          <a:xfrm>
            <a:off x="544195" y="1009015"/>
            <a:ext cx="10701655" cy="5460365"/>
          </a:xfrm>
          <a:prstGeom prst="rect">
            <a:avLst/>
          </a:prstGeom>
          <a:noFill/>
        </p:spPr>
        <p:txBody>
          <a:bodyPr wrap="square" rtlCol="0">
            <a:noAutofit/>
          </a:bodyPr>
          <a:p>
            <a:pPr marL="342900" indent="-342900">
              <a:buFont typeface="Arial" panose="020B0604020202020204" pitchFamily="34" charset="0"/>
              <a:buChar char="•"/>
            </a:pPr>
            <a:endParaRPr lang="en-US" altLang="en-US" sz="2400" b="1"/>
          </a:p>
        </p:txBody>
      </p:sp>
      <p:sp>
        <p:nvSpPr>
          <p:cNvPr id="6" name="Text Box 5"/>
          <p:cNvSpPr txBox="1"/>
          <p:nvPr/>
        </p:nvSpPr>
        <p:spPr>
          <a:xfrm>
            <a:off x="671195" y="1136015"/>
            <a:ext cx="11520805" cy="5460365"/>
          </a:xfrm>
          <a:prstGeom prst="rect">
            <a:avLst/>
          </a:prstGeom>
          <a:noFill/>
        </p:spPr>
        <p:txBody>
          <a:bodyPr wrap="square" rtlCol="0">
            <a:noAutofit/>
          </a:bodyPr>
          <a:p>
            <a:r>
              <a:rPr lang="en-US" altLang="en-US" sz="2400" b="1"/>
              <a:t>Scoring Rubics</a:t>
            </a:r>
            <a:endParaRPr lang="en-US" altLang="en-US" sz="2400" b="1"/>
          </a:p>
          <a:p>
            <a:pPr indent="0">
              <a:buFont typeface="Arial" panose="020B0604020202020204" pitchFamily="34" charset="0"/>
              <a:buNone/>
            </a:pPr>
            <a:endParaRPr lang="en-US" altLang="en-US" sz="2400"/>
          </a:p>
          <a:p>
            <a:pPr marL="0" indent="0">
              <a:buNone/>
            </a:pPr>
            <a:r>
              <a:rPr lang="en-US" altLang="en-US" sz="2400" b="1">
                <a:solidFill>
                  <a:srgbClr val="FF0000"/>
                </a:solidFill>
                <a:latin typeface="PingFang SC Semibold" panose="020B0400000000000000" charset="-122"/>
                <a:ea typeface="PingFang SC Semibold" panose="020B0400000000000000" charset="-122"/>
                <a:sym typeface="+mn-ea"/>
              </a:rPr>
              <a:t>5) </a:t>
            </a:r>
            <a:r>
              <a:rPr lang="en-US" altLang="en-US" sz="2400" b="1" u="sng">
                <a:solidFill>
                  <a:srgbClr val="FF0000"/>
                </a:solidFill>
                <a:latin typeface="PingFang SC Semibold" panose="020B0400000000000000" charset="-122"/>
                <a:ea typeface="PingFang SC Semibold" panose="020B0400000000000000" charset="-122"/>
                <a:sym typeface="+mn-ea"/>
              </a:rPr>
              <a:t>Writting</a:t>
            </a:r>
            <a:r>
              <a:rPr lang="en-US" altLang="en-US" sz="2400" b="1" u="sng">
                <a:solidFill>
                  <a:srgbClr val="FF0000"/>
                </a:solidFill>
                <a:latin typeface="PingFang SC Semibold" panose="020B0400000000000000" charset="-122"/>
                <a:ea typeface="PingFang SC Semibold" panose="020B0400000000000000" charset="-122"/>
                <a:sym typeface="+mn-ea"/>
              </a:rPr>
              <a:t>.</a:t>
            </a:r>
            <a:endParaRPr lang="en-US" altLang="en-US" sz="2400" u="sng">
              <a:solidFill>
                <a:srgbClr val="FF0000"/>
              </a:solidFill>
            </a:endParaRPr>
          </a:p>
          <a:p>
            <a:pPr marL="800100" lvl="1" indent="-342900">
              <a:buFont typeface="Arial" panose="020B0604020202020204" pitchFamily="34" charset="0"/>
              <a:buChar char="•"/>
            </a:pPr>
            <a:r>
              <a:rPr lang="en-US" altLang="en-US" sz="2400">
                <a:sym typeface="+mn-ea"/>
              </a:rPr>
              <a:t>The project report is well-written, with clear and concise explanations of ideas and proper use of grammar and formatting. (3%)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report is mostly well-written, with mostly clear and concise explanations of ideas and mostly proper use of grammar and formatting. (2.5%)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report is adequately written, with some clarity issues and inconsistent use of grammar and formatting. (2%) </a:t>
            </a:r>
            <a:endParaRPr lang="en-US" altLang="en-US" sz="2400">
              <a:sym typeface="+mn-ea"/>
            </a:endParaRPr>
          </a:p>
          <a:p>
            <a:pPr marL="800100" lvl="1" indent="-342900">
              <a:buFont typeface="Arial" panose="020B0604020202020204" pitchFamily="34" charset="0"/>
              <a:buChar char="•"/>
            </a:pPr>
            <a:r>
              <a:rPr lang="en-US" altLang="en-US" sz="2400">
                <a:sym typeface="+mn-ea"/>
              </a:rPr>
              <a:t>The project report is poorly written, with unclear or confusing explanations and significant errors in grammar and formatting. (1.5%)</a:t>
            </a:r>
            <a:endParaRPr lang="en-US" altLang="en-US" sz="2400">
              <a:sym typeface="+mn-ea"/>
            </a:endParaRPr>
          </a:p>
          <a:p>
            <a:pPr marL="800100" lvl="1" indent="-342900">
              <a:buFont typeface="Arial" panose="020B0604020202020204" pitchFamily="34" charset="0"/>
              <a:buChar char="•"/>
            </a:pPr>
            <a:r>
              <a:rPr lang="en-US" altLang="en-US" sz="2400">
                <a:sym typeface="+mn-ea"/>
              </a:rPr>
              <a:t>The project report is very poorly written, with numerous clarity and formatting errors, making it difficult to understand. (1%) </a:t>
            </a: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277495" y="180975"/>
            <a:ext cx="12153265" cy="6557010"/>
            <a:chOff x="437" y="285"/>
            <a:chExt cx="19139" cy="10326"/>
          </a:xfrm>
        </p:grpSpPr>
        <p:sp>
          <p:nvSpPr>
            <p:cNvPr id="2" name="Title 1"/>
            <p:cNvSpPr>
              <a:spLocks noGrp="1"/>
            </p:cNvSpPr>
            <p:nvPr/>
          </p:nvSpPr>
          <p:spPr>
            <a:xfrm>
              <a:off x="741" y="575"/>
              <a:ext cx="17619" cy="12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GB">
                <a:solidFill>
                  <a:schemeClr val="tx1"/>
                </a:solidFill>
              </a:endParaRPr>
            </a:p>
          </p:txBody>
        </p:sp>
        <p:sp>
          <p:nvSpPr>
            <p:cNvPr id="4" name="Content Placeholder 2"/>
            <p:cNvSpPr>
              <a:spLocks noGrp="1"/>
            </p:cNvSpPr>
            <p:nvPr/>
          </p:nvSpPr>
          <p:spPr>
            <a:xfrm>
              <a:off x="691" y="1681"/>
              <a:ext cx="17620" cy="21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sz="2000">
                <a:solidFill>
                  <a:schemeClr val="tx1"/>
                </a:solidFill>
              </a:endParaRPr>
            </a:p>
          </p:txBody>
        </p:sp>
        <p:sp>
          <p:nvSpPr>
            <p:cNvPr id="30" name="Title 1"/>
            <p:cNvSpPr>
              <a:spLocks noGrp="1"/>
            </p:cNvSpPr>
            <p:nvPr/>
          </p:nvSpPr>
          <p:spPr>
            <a:xfrm>
              <a:off x="9600" y="679"/>
              <a:ext cx="9055" cy="1111"/>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a:lstStyle>
            <a:p>
              <a:pPr algn="ctr"/>
              <a:r>
                <a:rPr lang="en-US" sz="2400" b="1" spc="0" dirty="0">
                  <a:solidFill>
                    <a:srgbClr val="C00000"/>
                  </a:solidFill>
                  <a:latin typeface="微软雅黑" panose="020B0503020204020204" pitchFamily="34" charset="-122"/>
                  <a:ea typeface="微软雅黑" panose="020B0503020204020204" pitchFamily="34" charset="-122"/>
                  <a:cs typeface="+mn-cs"/>
                </a:rPr>
                <a:t>03 Online Feedback System</a:t>
              </a:r>
              <a:endParaRPr lang="en-US">
                <a:solidFill>
                  <a:schemeClr val="tx1"/>
                </a:solidFill>
              </a:endParaRPr>
            </a:p>
          </p:txBody>
        </p:sp>
        <p:pic>
          <p:nvPicPr>
            <p:cNvPr id="31" name="Picture 30" descr="Screenshot 2025-11-20 at 20.20.53"/>
            <p:cNvPicPr>
              <a:picLocks noChangeAspect="1"/>
            </p:cNvPicPr>
            <p:nvPr/>
          </p:nvPicPr>
          <p:blipFill>
            <a:blip r:embed="rId1"/>
            <a:stretch>
              <a:fillRect/>
            </a:stretch>
          </p:blipFill>
          <p:spPr>
            <a:xfrm>
              <a:off x="437" y="285"/>
              <a:ext cx="8867" cy="10326"/>
            </a:xfrm>
            <a:prstGeom prst="rect">
              <a:avLst/>
            </a:prstGeom>
          </p:spPr>
        </p:pic>
        <p:sp>
          <p:nvSpPr>
            <p:cNvPr id="32" name="Oval 31"/>
            <p:cNvSpPr/>
            <p:nvPr/>
          </p:nvSpPr>
          <p:spPr>
            <a:xfrm>
              <a:off x="1041" y="1637"/>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1</a:t>
              </a:r>
              <a:endParaRPr lang="en-US">
                <a:solidFill>
                  <a:schemeClr val="bg1"/>
                </a:solidFill>
              </a:endParaRPr>
            </a:p>
          </p:txBody>
        </p:sp>
        <p:sp>
          <p:nvSpPr>
            <p:cNvPr id="33" name="Oval 32"/>
            <p:cNvSpPr/>
            <p:nvPr/>
          </p:nvSpPr>
          <p:spPr>
            <a:xfrm>
              <a:off x="4453" y="3125"/>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2</a:t>
              </a:r>
              <a:endParaRPr lang="en-US">
                <a:solidFill>
                  <a:schemeClr val="bg1"/>
                </a:solidFill>
              </a:endParaRPr>
            </a:p>
          </p:txBody>
        </p:sp>
        <p:sp>
          <p:nvSpPr>
            <p:cNvPr id="34" name="Oval 33"/>
            <p:cNvSpPr/>
            <p:nvPr/>
          </p:nvSpPr>
          <p:spPr>
            <a:xfrm>
              <a:off x="7365" y="5184"/>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3</a:t>
              </a:r>
              <a:endParaRPr lang="en-US">
                <a:solidFill>
                  <a:schemeClr val="bg1"/>
                </a:solidFill>
              </a:endParaRPr>
            </a:p>
          </p:txBody>
        </p:sp>
        <p:sp>
          <p:nvSpPr>
            <p:cNvPr id="35" name="Oval 34"/>
            <p:cNvSpPr/>
            <p:nvPr/>
          </p:nvSpPr>
          <p:spPr>
            <a:xfrm>
              <a:off x="7365" y="6301"/>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4</a:t>
              </a:r>
              <a:endParaRPr lang="en-US">
                <a:solidFill>
                  <a:schemeClr val="bg1"/>
                </a:solidFill>
              </a:endParaRPr>
            </a:p>
          </p:txBody>
        </p:sp>
        <p:sp>
          <p:nvSpPr>
            <p:cNvPr id="36" name="Oval 35"/>
            <p:cNvSpPr/>
            <p:nvPr/>
          </p:nvSpPr>
          <p:spPr>
            <a:xfrm>
              <a:off x="7365" y="8159"/>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5</a:t>
              </a:r>
              <a:endParaRPr lang="en-US">
                <a:solidFill>
                  <a:schemeClr val="bg1"/>
                </a:solidFill>
              </a:endParaRPr>
            </a:p>
          </p:txBody>
        </p:sp>
        <p:sp>
          <p:nvSpPr>
            <p:cNvPr id="37" name="Oval 36"/>
            <p:cNvSpPr/>
            <p:nvPr/>
          </p:nvSpPr>
          <p:spPr>
            <a:xfrm>
              <a:off x="6784" y="9393"/>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6</a:t>
              </a:r>
              <a:endParaRPr lang="en-US">
                <a:solidFill>
                  <a:schemeClr val="bg1"/>
                </a:solidFill>
              </a:endParaRPr>
            </a:p>
          </p:txBody>
        </p:sp>
        <p:sp>
          <p:nvSpPr>
            <p:cNvPr id="38" name="Oval 37"/>
            <p:cNvSpPr/>
            <p:nvPr/>
          </p:nvSpPr>
          <p:spPr>
            <a:xfrm>
              <a:off x="7801" y="10022"/>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7</a:t>
              </a:r>
              <a:endParaRPr lang="en-US">
                <a:solidFill>
                  <a:schemeClr val="bg1"/>
                </a:solidFill>
              </a:endParaRPr>
            </a:p>
          </p:txBody>
        </p:sp>
        <p:sp>
          <p:nvSpPr>
            <p:cNvPr id="39" name="Oval 38"/>
            <p:cNvSpPr/>
            <p:nvPr/>
          </p:nvSpPr>
          <p:spPr>
            <a:xfrm>
              <a:off x="10058" y="3518"/>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1</a:t>
              </a:r>
              <a:endParaRPr lang="en-US">
                <a:solidFill>
                  <a:schemeClr val="bg1"/>
                </a:solidFill>
              </a:endParaRPr>
            </a:p>
          </p:txBody>
        </p:sp>
        <p:sp>
          <p:nvSpPr>
            <p:cNvPr id="40" name="Text Box 39"/>
            <p:cNvSpPr txBox="1"/>
            <p:nvPr/>
          </p:nvSpPr>
          <p:spPr>
            <a:xfrm>
              <a:off x="10709" y="3480"/>
              <a:ext cx="7946" cy="580"/>
            </a:xfrm>
            <a:prstGeom prst="rect">
              <a:avLst/>
            </a:prstGeom>
            <a:noFill/>
          </p:spPr>
          <p:txBody>
            <a:bodyPr wrap="square" rtlCol="0">
              <a:spAutoFit/>
            </a:bodyPr>
            <a:p>
              <a:r>
                <a:rPr lang="en-US">
                  <a:solidFill>
                    <a:schemeClr val="tx1"/>
                  </a:solidFill>
                </a:rPr>
                <a:t>Click [Submit Feeback] at the top bar</a:t>
              </a:r>
              <a:endParaRPr lang="en-US">
                <a:solidFill>
                  <a:schemeClr val="tx1"/>
                </a:solidFill>
              </a:endParaRPr>
            </a:p>
          </p:txBody>
        </p:sp>
        <p:sp>
          <p:nvSpPr>
            <p:cNvPr id="41" name="Oval 40"/>
            <p:cNvSpPr/>
            <p:nvPr/>
          </p:nvSpPr>
          <p:spPr>
            <a:xfrm>
              <a:off x="10058" y="4374"/>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2</a:t>
              </a:r>
              <a:endParaRPr lang="en-US">
                <a:solidFill>
                  <a:schemeClr val="bg1"/>
                </a:solidFill>
              </a:endParaRPr>
            </a:p>
          </p:txBody>
        </p:sp>
        <p:sp>
          <p:nvSpPr>
            <p:cNvPr id="42" name="Text Box 41"/>
            <p:cNvSpPr txBox="1"/>
            <p:nvPr/>
          </p:nvSpPr>
          <p:spPr>
            <a:xfrm>
              <a:off x="10709" y="4356"/>
              <a:ext cx="8867" cy="580"/>
            </a:xfrm>
            <a:prstGeom prst="rect">
              <a:avLst/>
            </a:prstGeom>
            <a:noFill/>
          </p:spPr>
          <p:txBody>
            <a:bodyPr wrap="square" rtlCol="0">
              <a:spAutoFit/>
            </a:bodyPr>
            <a:p>
              <a:r>
                <a:rPr lang="en-US">
                  <a:solidFill>
                    <a:schemeClr val="tx1"/>
                  </a:solidFill>
                </a:rPr>
                <a:t>Fill your name and student ID, both are required</a:t>
              </a:r>
              <a:endParaRPr lang="en-US">
                <a:solidFill>
                  <a:schemeClr val="tx1"/>
                </a:solidFill>
              </a:endParaRPr>
            </a:p>
          </p:txBody>
        </p:sp>
        <p:sp>
          <p:nvSpPr>
            <p:cNvPr id="43" name="Oval 42"/>
            <p:cNvSpPr/>
            <p:nvPr/>
          </p:nvSpPr>
          <p:spPr>
            <a:xfrm>
              <a:off x="10058" y="5905"/>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3</a:t>
              </a:r>
              <a:endParaRPr lang="en-US">
                <a:solidFill>
                  <a:schemeClr val="bg1"/>
                </a:solidFill>
              </a:endParaRPr>
            </a:p>
          </p:txBody>
        </p:sp>
        <p:sp>
          <p:nvSpPr>
            <p:cNvPr id="44" name="Text Box 43"/>
            <p:cNvSpPr txBox="1"/>
            <p:nvPr/>
          </p:nvSpPr>
          <p:spPr>
            <a:xfrm>
              <a:off x="10709" y="5831"/>
              <a:ext cx="8867" cy="580"/>
            </a:xfrm>
            <a:prstGeom prst="rect">
              <a:avLst/>
            </a:prstGeom>
            <a:noFill/>
          </p:spPr>
          <p:txBody>
            <a:bodyPr wrap="square" rtlCol="0">
              <a:spAutoFit/>
            </a:bodyPr>
            <a:p>
              <a:r>
                <a:rPr lang="en-US">
                  <a:solidFill>
                    <a:schemeClr val="tx1"/>
                  </a:solidFill>
                </a:rPr>
                <a:t>Select a target group</a:t>
              </a:r>
              <a:endParaRPr lang="en-US">
                <a:solidFill>
                  <a:schemeClr val="tx1"/>
                </a:solidFill>
              </a:endParaRPr>
            </a:p>
          </p:txBody>
        </p:sp>
        <p:sp>
          <p:nvSpPr>
            <p:cNvPr id="45" name="Oval 44"/>
            <p:cNvSpPr/>
            <p:nvPr/>
          </p:nvSpPr>
          <p:spPr>
            <a:xfrm>
              <a:off x="10058" y="6778"/>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4</a:t>
              </a:r>
              <a:endParaRPr lang="en-US">
                <a:solidFill>
                  <a:schemeClr val="bg1"/>
                </a:solidFill>
              </a:endParaRPr>
            </a:p>
          </p:txBody>
        </p:sp>
        <p:sp>
          <p:nvSpPr>
            <p:cNvPr id="46" name="Text Box 45"/>
            <p:cNvSpPr txBox="1"/>
            <p:nvPr/>
          </p:nvSpPr>
          <p:spPr>
            <a:xfrm>
              <a:off x="10709" y="6736"/>
              <a:ext cx="8867" cy="580"/>
            </a:xfrm>
            <a:prstGeom prst="rect">
              <a:avLst/>
            </a:prstGeom>
            <a:noFill/>
          </p:spPr>
          <p:txBody>
            <a:bodyPr wrap="square" rtlCol="0">
              <a:spAutoFit/>
            </a:bodyPr>
            <a:p>
              <a:r>
                <a:rPr lang="en-US">
                  <a:solidFill>
                    <a:schemeClr val="tx1"/>
                  </a:solidFill>
                </a:rPr>
                <a:t>Fill [What did the group do well]</a:t>
              </a:r>
              <a:endParaRPr lang="en-US">
                <a:solidFill>
                  <a:schemeClr val="tx1"/>
                </a:solidFill>
              </a:endParaRPr>
            </a:p>
          </p:txBody>
        </p:sp>
        <p:sp>
          <p:nvSpPr>
            <p:cNvPr id="47" name="Oval 46"/>
            <p:cNvSpPr/>
            <p:nvPr/>
          </p:nvSpPr>
          <p:spPr>
            <a:xfrm>
              <a:off x="10058" y="7651"/>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5</a:t>
              </a:r>
              <a:endParaRPr lang="en-US">
                <a:solidFill>
                  <a:schemeClr val="bg1"/>
                </a:solidFill>
              </a:endParaRPr>
            </a:p>
          </p:txBody>
        </p:sp>
        <p:sp>
          <p:nvSpPr>
            <p:cNvPr id="48" name="Text Box 47"/>
            <p:cNvSpPr txBox="1"/>
            <p:nvPr/>
          </p:nvSpPr>
          <p:spPr>
            <a:xfrm>
              <a:off x="10709" y="7555"/>
              <a:ext cx="8867" cy="580"/>
            </a:xfrm>
            <a:prstGeom prst="rect">
              <a:avLst/>
            </a:prstGeom>
            <a:noFill/>
          </p:spPr>
          <p:txBody>
            <a:bodyPr wrap="square" rtlCol="0">
              <a:spAutoFit/>
            </a:bodyPr>
            <a:p>
              <a:r>
                <a:rPr lang="en-US">
                  <a:solidFill>
                    <a:schemeClr val="tx1"/>
                  </a:solidFill>
                </a:rPr>
                <a:t>Fill [What could be improved]</a:t>
              </a:r>
              <a:endParaRPr lang="en-US">
                <a:solidFill>
                  <a:schemeClr val="tx1"/>
                </a:solidFill>
              </a:endParaRPr>
            </a:p>
          </p:txBody>
        </p:sp>
        <p:sp>
          <p:nvSpPr>
            <p:cNvPr id="49" name="Oval 48"/>
            <p:cNvSpPr/>
            <p:nvPr/>
          </p:nvSpPr>
          <p:spPr>
            <a:xfrm>
              <a:off x="10058" y="8490"/>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6</a:t>
              </a:r>
              <a:endParaRPr lang="en-US">
                <a:solidFill>
                  <a:schemeClr val="bg1"/>
                </a:solidFill>
              </a:endParaRPr>
            </a:p>
          </p:txBody>
        </p:sp>
        <p:sp>
          <p:nvSpPr>
            <p:cNvPr id="50" name="Text Box 49"/>
            <p:cNvSpPr txBox="1"/>
            <p:nvPr/>
          </p:nvSpPr>
          <p:spPr>
            <a:xfrm>
              <a:off x="10709" y="8441"/>
              <a:ext cx="8867" cy="580"/>
            </a:xfrm>
            <a:prstGeom prst="rect">
              <a:avLst/>
            </a:prstGeom>
            <a:noFill/>
          </p:spPr>
          <p:txBody>
            <a:bodyPr wrap="square" rtlCol="0">
              <a:spAutoFit/>
            </a:bodyPr>
            <a:p>
              <a:r>
                <a:rPr lang="en-US">
                  <a:solidFill>
                    <a:schemeClr val="tx1"/>
                  </a:solidFill>
                </a:rPr>
                <a:t>Click [Submit Feedback] Button</a:t>
              </a:r>
              <a:endParaRPr lang="en-US">
                <a:solidFill>
                  <a:schemeClr val="tx1"/>
                </a:solidFill>
              </a:endParaRPr>
            </a:p>
          </p:txBody>
        </p:sp>
        <p:sp>
          <p:nvSpPr>
            <p:cNvPr id="51" name="Oval 50"/>
            <p:cNvSpPr/>
            <p:nvPr/>
          </p:nvSpPr>
          <p:spPr>
            <a:xfrm>
              <a:off x="10058" y="9329"/>
              <a:ext cx="436" cy="432"/>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7</a:t>
              </a:r>
              <a:endParaRPr lang="en-US">
                <a:solidFill>
                  <a:schemeClr val="bg1"/>
                </a:solidFill>
              </a:endParaRPr>
            </a:p>
          </p:txBody>
        </p:sp>
        <p:sp>
          <p:nvSpPr>
            <p:cNvPr id="52" name="Text Box 51"/>
            <p:cNvSpPr txBox="1"/>
            <p:nvPr/>
          </p:nvSpPr>
          <p:spPr>
            <a:xfrm>
              <a:off x="10709" y="9263"/>
              <a:ext cx="8867" cy="580"/>
            </a:xfrm>
            <a:prstGeom prst="rect">
              <a:avLst/>
            </a:prstGeom>
            <a:noFill/>
          </p:spPr>
          <p:txBody>
            <a:bodyPr wrap="square" rtlCol="0">
              <a:spAutoFit/>
            </a:bodyPr>
            <a:p>
              <a:r>
                <a:rPr lang="en-US">
                  <a:solidFill>
                    <a:schemeClr val="tx1"/>
                  </a:solidFill>
                </a:rPr>
                <a:t>Status message</a:t>
              </a:r>
              <a:endParaRPr lang="en-US">
                <a:solidFill>
                  <a:schemeClr val="tx1"/>
                </a:solidFill>
              </a:endParaRPr>
            </a:p>
          </p:txBody>
        </p:sp>
      </p:grpSp>
      <p:sp>
        <p:nvSpPr>
          <p:cNvPr id="3" name="Text Box 2"/>
          <p:cNvSpPr txBox="1"/>
          <p:nvPr/>
        </p:nvSpPr>
        <p:spPr>
          <a:xfrm>
            <a:off x="6939280" y="1466850"/>
            <a:ext cx="4064000" cy="460375"/>
          </a:xfrm>
          <a:prstGeom prst="rect">
            <a:avLst/>
          </a:prstGeom>
          <a:noFill/>
        </p:spPr>
        <p:txBody>
          <a:bodyPr wrap="square" rtlCol="0">
            <a:spAutoFit/>
          </a:bodyPr>
          <a:p>
            <a:pPr algn="ctr"/>
            <a:r>
              <a:rPr lang="en-US" sz="2400" b="1"/>
              <a:t>How to submit feedback</a:t>
            </a:r>
            <a:endParaRPr lang="en-US" sz="2400" b="1"/>
          </a:p>
        </p:txBody>
      </p:sp>
      <p:sp>
        <p:nvSpPr>
          <p:cNvPr id="6" name="Text Box 5"/>
          <p:cNvSpPr txBox="1"/>
          <p:nvPr/>
        </p:nvSpPr>
        <p:spPr>
          <a:xfrm>
            <a:off x="6799580" y="3115310"/>
            <a:ext cx="5393055" cy="829945"/>
          </a:xfrm>
          <a:prstGeom prst="rect">
            <a:avLst/>
          </a:prstGeom>
          <a:noFill/>
        </p:spPr>
        <p:txBody>
          <a:bodyPr wrap="square" rtlCol="0">
            <a:spAutoFit/>
          </a:bodyPr>
          <a:p>
            <a:r>
              <a:rPr lang="en-US" altLang="en-US" sz="1600" i="1">
                <a:solidFill>
                  <a:schemeClr val="accent1"/>
                </a:solidFill>
              </a:rPr>
              <a:t>[Only visible to you and the teaching team; anonymous to other students]</a:t>
            </a:r>
            <a:endParaRPr lang="en-US" altLang="en-US" sz="1600" i="1">
              <a:solidFill>
                <a:schemeClr val="accent1"/>
              </a:solidFill>
            </a:endParaRPr>
          </a:p>
          <a:p>
            <a:endParaRPr lang="en-US" altLang="en-US" sz="1600" i="1">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6663055" y="1260475"/>
            <a:ext cx="5019040" cy="556260"/>
          </a:xfrm>
          <a:prstGeom prst="rect">
            <a:avLst/>
          </a:prstGeom>
        </p:spPr>
        <p:txBody>
          <a:bodyPr vert="horz" lIns="90000" tIns="46800" rIns="90000" bIns="46800" rtlCol="0" anchor="ctr" anchorCtr="0"/>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a:lstStyle>
          <a:p>
            <a:pPr algn="ctr"/>
            <a:r>
              <a:rPr lang="en-US" sz="2400" b="1">
                <a:solidFill>
                  <a:schemeClr val="tx1"/>
                </a:solidFill>
                <a:latin typeface="Arial Bold" panose="020B0604020202090204" charset="0"/>
                <a:cs typeface="Arial Bold" panose="020B0604020202090204" charset="0"/>
              </a:rPr>
              <a:t>How to review feedback</a:t>
            </a:r>
            <a:endParaRPr lang="en-US" sz="2400" b="1">
              <a:solidFill>
                <a:schemeClr val="tx1"/>
              </a:solidFill>
              <a:latin typeface="Arial Bold" panose="020B0604020202090204" charset="0"/>
              <a:cs typeface="Arial Bold" panose="020B0604020202090204" charset="0"/>
            </a:endParaRPr>
          </a:p>
        </p:txBody>
      </p:sp>
      <p:sp>
        <p:nvSpPr>
          <p:cNvPr id="12" name="Oval 11"/>
          <p:cNvSpPr/>
          <p:nvPr/>
        </p:nvSpPr>
        <p:spPr>
          <a:xfrm>
            <a:off x="6386830" y="202882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1</a:t>
            </a:r>
            <a:endParaRPr lang="en-US">
              <a:solidFill>
                <a:schemeClr val="bg1"/>
              </a:solidFill>
            </a:endParaRPr>
          </a:p>
        </p:txBody>
      </p:sp>
      <p:sp>
        <p:nvSpPr>
          <p:cNvPr id="13" name="Text Box 12"/>
          <p:cNvSpPr txBox="1"/>
          <p:nvPr/>
        </p:nvSpPr>
        <p:spPr>
          <a:xfrm>
            <a:off x="6800215" y="2004695"/>
            <a:ext cx="5045710" cy="368300"/>
          </a:xfrm>
          <a:prstGeom prst="rect">
            <a:avLst/>
          </a:prstGeom>
          <a:noFill/>
        </p:spPr>
        <p:txBody>
          <a:bodyPr wrap="square" rtlCol="0">
            <a:spAutoFit/>
          </a:bodyPr>
          <a:p>
            <a:r>
              <a:rPr lang="en-US">
                <a:solidFill>
                  <a:schemeClr val="tx1"/>
                </a:solidFill>
              </a:rPr>
              <a:t>Click [Feeback Review] at the top bar</a:t>
            </a:r>
            <a:endParaRPr lang="en-US">
              <a:solidFill>
                <a:schemeClr val="tx1"/>
              </a:solidFill>
            </a:endParaRPr>
          </a:p>
        </p:txBody>
      </p:sp>
      <p:sp>
        <p:nvSpPr>
          <p:cNvPr id="14" name="Oval 13"/>
          <p:cNvSpPr/>
          <p:nvPr/>
        </p:nvSpPr>
        <p:spPr>
          <a:xfrm>
            <a:off x="6386830" y="257238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2</a:t>
            </a:r>
            <a:endParaRPr lang="en-US">
              <a:solidFill>
                <a:schemeClr val="bg1"/>
              </a:solidFill>
            </a:endParaRPr>
          </a:p>
        </p:txBody>
      </p:sp>
      <p:sp>
        <p:nvSpPr>
          <p:cNvPr id="15" name="Text Box 14"/>
          <p:cNvSpPr txBox="1"/>
          <p:nvPr/>
        </p:nvSpPr>
        <p:spPr>
          <a:xfrm>
            <a:off x="6800215" y="2560955"/>
            <a:ext cx="5630545" cy="368300"/>
          </a:xfrm>
          <a:prstGeom prst="rect">
            <a:avLst/>
          </a:prstGeom>
          <a:noFill/>
        </p:spPr>
        <p:txBody>
          <a:bodyPr wrap="square" rtlCol="0">
            <a:spAutoFit/>
          </a:bodyPr>
          <a:p>
            <a:r>
              <a:rPr lang="en-US">
                <a:solidFill>
                  <a:schemeClr val="tx1"/>
                </a:solidFill>
              </a:rPr>
              <a:t>Select your group</a:t>
            </a:r>
            <a:endParaRPr lang="en-US">
              <a:solidFill>
                <a:schemeClr val="tx1"/>
              </a:solidFill>
            </a:endParaRPr>
          </a:p>
        </p:txBody>
      </p:sp>
      <p:sp>
        <p:nvSpPr>
          <p:cNvPr id="16" name="Oval 15"/>
          <p:cNvSpPr/>
          <p:nvPr/>
        </p:nvSpPr>
        <p:spPr>
          <a:xfrm>
            <a:off x="6386830" y="311594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3</a:t>
            </a:r>
            <a:endParaRPr lang="en-US">
              <a:solidFill>
                <a:schemeClr val="bg1"/>
              </a:solidFill>
            </a:endParaRPr>
          </a:p>
        </p:txBody>
      </p:sp>
      <p:sp>
        <p:nvSpPr>
          <p:cNvPr id="17" name="Text Box 16"/>
          <p:cNvSpPr txBox="1"/>
          <p:nvPr/>
        </p:nvSpPr>
        <p:spPr>
          <a:xfrm>
            <a:off x="6800215" y="3068955"/>
            <a:ext cx="5630545" cy="368300"/>
          </a:xfrm>
          <a:prstGeom prst="rect">
            <a:avLst/>
          </a:prstGeom>
          <a:noFill/>
        </p:spPr>
        <p:txBody>
          <a:bodyPr wrap="square" rtlCol="0">
            <a:spAutoFit/>
          </a:bodyPr>
          <a:p>
            <a:r>
              <a:rPr lang="en-US">
                <a:solidFill>
                  <a:schemeClr val="tx1"/>
                </a:solidFill>
              </a:rPr>
              <a:t>Input your group token [</a:t>
            </a:r>
            <a:r>
              <a:rPr lang="en-US" altLang="en-US">
                <a:solidFill>
                  <a:schemeClr val="tx1"/>
                </a:solidFill>
              </a:rPr>
              <a:t>Don’t disclose it</a:t>
            </a:r>
            <a:r>
              <a:rPr lang="en-US">
                <a:solidFill>
                  <a:schemeClr val="tx1"/>
                </a:solidFill>
              </a:rPr>
              <a:t>]</a:t>
            </a:r>
            <a:endParaRPr lang="en-US">
              <a:solidFill>
                <a:schemeClr val="tx1"/>
              </a:solidFill>
            </a:endParaRPr>
          </a:p>
        </p:txBody>
      </p:sp>
      <p:sp>
        <p:nvSpPr>
          <p:cNvPr id="18" name="Oval 17"/>
          <p:cNvSpPr/>
          <p:nvPr/>
        </p:nvSpPr>
        <p:spPr>
          <a:xfrm>
            <a:off x="6386830" y="367030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4</a:t>
            </a:r>
            <a:endParaRPr lang="en-US">
              <a:solidFill>
                <a:schemeClr val="bg1"/>
              </a:solidFill>
            </a:endParaRPr>
          </a:p>
        </p:txBody>
      </p:sp>
      <p:sp>
        <p:nvSpPr>
          <p:cNvPr id="19" name="Text Box 18"/>
          <p:cNvSpPr txBox="1"/>
          <p:nvPr/>
        </p:nvSpPr>
        <p:spPr>
          <a:xfrm>
            <a:off x="6800215" y="3643630"/>
            <a:ext cx="5630545" cy="368300"/>
          </a:xfrm>
          <a:prstGeom prst="rect">
            <a:avLst/>
          </a:prstGeom>
          <a:noFill/>
        </p:spPr>
        <p:txBody>
          <a:bodyPr wrap="square" rtlCol="0">
            <a:spAutoFit/>
          </a:bodyPr>
          <a:p>
            <a:r>
              <a:rPr lang="en-US">
                <a:solidFill>
                  <a:schemeClr val="tx1"/>
                </a:solidFill>
              </a:rPr>
              <a:t>Check progress [endorsed/submitted]</a:t>
            </a:r>
            <a:endParaRPr lang="en-US">
              <a:solidFill>
                <a:schemeClr val="tx1"/>
              </a:solidFill>
            </a:endParaRPr>
          </a:p>
        </p:txBody>
      </p:sp>
      <p:sp>
        <p:nvSpPr>
          <p:cNvPr id="20" name="Oval 19"/>
          <p:cNvSpPr/>
          <p:nvPr/>
        </p:nvSpPr>
        <p:spPr>
          <a:xfrm>
            <a:off x="6386830" y="422465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5</a:t>
            </a:r>
            <a:endParaRPr lang="en-US">
              <a:solidFill>
                <a:schemeClr val="bg1"/>
              </a:solidFill>
            </a:endParaRPr>
          </a:p>
        </p:txBody>
      </p:sp>
      <p:sp>
        <p:nvSpPr>
          <p:cNvPr id="21" name="Text Box 20"/>
          <p:cNvSpPr txBox="1"/>
          <p:nvPr/>
        </p:nvSpPr>
        <p:spPr>
          <a:xfrm>
            <a:off x="6800215" y="4163695"/>
            <a:ext cx="5630545" cy="368300"/>
          </a:xfrm>
          <a:prstGeom prst="rect">
            <a:avLst/>
          </a:prstGeom>
          <a:noFill/>
        </p:spPr>
        <p:txBody>
          <a:bodyPr wrap="square" rtlCol="0">
            <a:spAutoFit/>
          </a:bodyPr>
          <a:p>
            <a:r>
              <a:rPr lang="en-US">
                <a:solidFill>
                  <a:schemeClr val="tx1"/>
                </a:solidFill>
              </a:rPr>
              <a:t>Return to previous page or move to next page</a:t>
            </a:r>
            <a:endParaRPr lang="en-US">
              <a:solidFill>
                <a:schemeClr val="tx1"/>
              </a:solidFill>
            </a:endParaRPr>
          </a:p>
        </p:txBody>
      </p:sp>
      <p:sp>
        <p:nvSpPr>
          <p:cNvPr id="22" name="Oval 21"/>
          <p:cNvSpPr/>
          <p:nvPr/>
        </p:nvSpPr>
        <p:spPr>
          <a:xfrm>
            <a:off x="6386830" y="475742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6</a:t>
            </a:r>
            <a:endParaRPr lang="en-US">
              <a:solidFill>
                <a:schemeClr val="bg1"/>
              </a:solidFill>
            </a:endParaRPr>
          </a:p>
        </p:txBody>
      </p:sp>
      <p:sp>
        <p:nvSpPr>
          <p:cNvPr id="23" name="Text Box 22"/>
          <p:cNvSpPr txBox="1"/>
          <p:nvPr/>
        </p:nvSpPr>
        <p:spPr>
          <a:xfrm>
            <a:off x="6800215" y="4726305"/>
            <a:ext cx="5630545" cy="368300"/>
          </a:xfrm>
          <a:prstGeom prst="rect">
            <a:avLst/>
          </a:prstGeom>
          <a:noFill/>
        </p:spPr>
        <p:txBody>
          <a:bodyPr wrap="square" rtlCol="0">
            <a:spAutoFit/>
          </a:bodyPr>
          <a:p>
            <a:r>
              <a:rPr lang="en-US">
                <a:solidFill>
                  <a:schemeClr val="tx1"/>
                </a:solidFill>
              </a:rPr>
              <a:t>Endorse feedback</a:t>
            </a:r>
            <a:endParaRPr lang="en-US">
              <a:solidFill>
                <a:schemeClr val="tx1"/>
              </a:solidFill>
            </a:endParaRPr>
          </a:p>
        </p:txBody>
      </p:sp>
      <p:sp>
        <p:nvSpPr>
          <p:cNvPr id="24" name="Oval 23"/>
          <p:cNvSpPr/>
          <p:nvPr/>
        </p:nvSpPr>
        <p:spPr>
          <a:xfrm>
            <a:off x="6386830" y="529018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7</a:t>
            </a:r>
            <a:endParaRPr lang="en-US">
              <a:solidFill>
                <a:schemeClr val="bg1"/>
              </a:solidFill>
            </a:endParaRPr>
          </a:p>
        </p:txBody>
      </p:sp>
      <p:sp>
        <p:nvSpPr>
          <p:cNvPr id="25" name="Text Box 24"/>
          <p:cNvSpPr txBox="1"/>
          <p:nvPr/>
        </p:nvSpPr>
        <p:spPr>
          <a:xfrm>
            <a:off x="6800215" y="5248275"/>
            <a:ext cx="5630545" cy="368300"/>
          </a:xfrm>
          <a:prstGeom prst="rect">
            <a:avLst/>
          </a:prstGeom>
          <a:noFill/>
        </p:spPr>
        <p:txBody>
          <a:bodyPr wrap="square" rtlCol="0">
            <a:spAutoFit/>
          </a:bodyPr>
          <a:p>
            <a:r>
              <a:rPr lang="en-US">
                <a:solidFill>
                  <a:schemeClr val="tx1"/>
                </a:solidFill>
              </a:rPr>
              <a:t>Remove endorsement</a:t>
            </a:r>
            <a:endParaRPr lang="en-US">
              <a:solidFill>
                <a:schemeClr val="tx1"/>
              </a:solidFill>
            </a:endParaRPr>
          </a:p>
        </p:txBody>
      </p:sp>
      <p:pic>
        <p:nvPicPr>
          <p:cNvPr id="6" name="Picture 5" descr="Screenshot 2025-11-20 at 20.21.29"/>
          <p:cNvPicPr>
            <a:picLocks noChangeAspect="1"/>
          </p:cNvPicPr>
          <p:nvPr/>
        </p:nvPicPr>
        <p:blipFill>
          <a:blip r:embed="rId1"/>
          <a:stretch>
            <a:fillRect/>
          </a:stretch>
        </p:blipFill>
        <p:spPr>
          <a:xfrm>
            <a:off x="251460" y="136525"/>
            <a:ext cx="5840095" cy="6600825"/>
          </a:xfrm>
          <a:prstGeom prst="rect">
            <a:avLst/>
          </a:prstGeom>
        </p:spPr>
      </p:pic>
      <p:sp>
        <p:nvSpPr>
          <p:cNvPr id="26" name="Oval 25"/>
          <p:cNvSpPr/>
          <p:nvPr/>
        </p:nvSpPr>
        <p:spPr>
          <a:xfrm>
            <a:off x="1894840" y="100838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1</a:t>
            </a:r>
            <a:endParaRPr lang="en-US">
              <a:solidFill>
                <a:schemeClr val="bg1"/>
              </a:solidFill>
            </a:endParaRPr>
          </a:p>
        </p:txBody>
      </p:sp>
      <p:sp>
        <p:nvSpPr>
          <p:cNvPr id="27" name="Oval 26"/>
          <p:cNvSpPr/>
          <p:nvPr/>
        </p:nvSpPr>
        <p:spPr>
          <a:xfrm>
            <a:off x="1711325" y="177673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2</a:t>
            </a:r>
            <a:endParaRPr lang="en-US">
              <a:solidFill>
                <a:schemeClr val="bg1"/>
              </a:solidFill>
            </a:endParaRPr>
          </a:p>
        </p:txBody>
      </p:sp>
      <p:sp>
        <p:nvSpPr>
          <p:cNvPr id="28" name="Oval 27"/>
          <p:cNvSpPr/>
          <p:nvPr/>
        </p:nvSpPr>
        <p:spPr>
          <a:xfrm>
            <a:off x="1711325" y="243713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3</a:t>
            </a:r>
            <a:endParaRPr lang="en-US">
              <a:solidFill>
                <a:schemeClr val="bg1"/>
              </a:solidFill>
            </a:endParaRPr>
          </a:p>
        </p:txBody>
      </p:sp>
      <p:sp>
        <p:nvSpPr>
          <p:cNvPr id="29" name="Oval 28"/>
          <p:cNvSpPr/>
          <p:nvPr/>
        </p:nvSpPr>
        <p:spPr>
          <a:xfrm>
            <a:off x="251460" y="329184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4</a:t>
            </a:r>
            <a:endParaRPr lang="en-US">
              <a:solidFill>
                <a:schemeClr val="bg1"/>
              </a:solidFill>
            </a:endParaRPr>
          </a:p>
        </p:txBody>
      </p:sp>
      <p:sp>
        <p:nvSpPr>
          <p:cNvPr id="7" name="Oval 6"/>
          <p:cNvSpPr/>
          <p:nvPr/>
        </p:nvSpPr>
        <p:spPr>
          <a:xfrm>
            <a:off x="3033395" y="363156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5</a:t>
            </a:r>
            <a:endParaRPr lang="en-US">
              <a:solidFill>
                <a:schemeClr val="bg1"/>
              </a:solidFill>
            </a:endParaRPr>
          </a:p>
        </p:txBody>
      </p:sp>
      <p:sp>
        <p:nvSpPr>
          <p:cNvPr id="8" name="Oval 7"/>
          <p:cNvSpPr/>
          <p:nvPr/>
        </p:nvSpPr>
        <p:spPr>
          <a:xfrm>
            <a:off x="1711325" y="578294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6</a:t>
            </a:r>
            <a:endParaRPr lang="en-US">
              <a:solidFill>
                <a:schemeClr val="bg1"/>
              </a:solidFill>
            </a:endParaRPr>
          </a:p>
        </p:txBody>
      </p:sp>
      <p:sp>
        <p:nvSpPr>
          <p:cNvPr id="9" name="Oval 8"/>
          <p:cNvSpPr/>
          <p:nvPr/>
        </p:nvSpPr>
        <p:spPr>
          <a:xfrm>
            <a:off x="4529455" y="578294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7</a:t>
            </a:r>
            <a:endParaRPr lang="en-US">
              <a:solidFill>
                <a:schemeClr val="bg1"/>
              </a:solidFill>
            </a:endParaRPr>
          </a:p>
        </p:txBody>
      </p:sp>
      <p:sp>
        <p:nvSpPr>
          <p:cNvPr id="10" name="Oval 9"/>
          <p:cNvSpPr/>
          <p:nvPr/>
        </p:nvSpPr>
        <p:spPr>
          <a:xfrm>
            <a:off x="6386830" y="5876925"/>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8</a:t>
            </a:r>
            <a:endParaRPr lang="en-US">
              <a:solidFill>
                <a:schemeClr val="bg1"/>
              </a:solidFill>
            </a:endParaRPr>
          </a:p>
        </p:txBody>
      </p:sp>
      <p:sp>
        <p:nvSpPr>
          <p:cNvPr id="11" name="Oval 10"/>
          <p:cNvSpPr/>
          <p:nvPr/>
        </p:nvSpPr>
        <p:spPr>
          <a:xfrm>
            <a:off x="5028565" y="1776730"/>
            <a:ext cx="276860" cy="274320"/>
          </a:xfrm>
          <a:prstGeom prst="ellipse">
            <a:avLst/>
          </a:prstGeom>
        </p:spPr>
        <p:style>
          <a:lnRef idx="2">
            <a:schemeClr val="lt1"/>
          </a:lnRef>
          <a:fillRef idx="1">
            <a:schemeClr val="accent6"/>
          </a:fillRef>
          <a:effectRef idx="1">
            <a:schemeClr val="accent6"/>
          </a:effectRef>
          <a:fontRef idx="minor">
            <a:schemeClr val="lt1"/>
          </a:fontRef>
        </p:style>
        <p:txBody>
          <a:bodyPr rtlCol="0" anchor="ctr"/>
          <a:p>
            <a:pPr algn="ctr"/>
            <a:r>
              <a:rPr lang="en-US">
                <a:solidFill>
                  <a:schemeClr val="bg1"/>
                </a:solidFill>
              </a:rPr>
              <a:t>8</a:t>
            </a:r>
            <a:endParaRPr lang="en-US">
              <a:solidFill>
                <a:schemeClr val="bg1"/>
              </a:solidFill>
            </a:endParaRPr>
          </a:p>
        </p:txBody>
      </p:sp>
      <p:sp>
        <p:nvSpPr>
          <p:cNvPr id="54" name="Text Box 53"/>
          <p:cNvSpPr txBox="1"/>
          <p:nvPr/>
        </p:nvSpPr>
        <p:spPr>
          <a:xfrm>
            <a:off x="6800215" y="5808980"/>
            <a:ext cx="5630545" cy="368300"/>
          </a:xfrm>
          <a:prstGeom prst="rect">
            <a:avLst/>
          </a:prstGeom>
          <a:noFill/>
        </p:spPr>
        <p:txBody>
          <a:bodyPr wrap="square" rtlCol="0">
            <a:spAutoFit/>
          </a:bodyPr>
          <a:p>
            <a:r>
              <a:rPr lang="en-US">
                <a:solidFill>
                  <a:schemeClr val="tx1"/>
                </a:solidFill>
              </a:rPr>
              <a:t>Refresh feedback to show latest feedback (if have)</a:t>
            </a:r>
            <a:endParaRPr lang="en-US">
              <a:solidFill>
                <a:schemeClr val="tx1"/>
              </a:solidFill>
            </a:endParaRPr>
          </a:p>
        </p:txBody>
      </p:sp>
      <p:sp>
        <p:nvSpPr>
          <p:cNvPr id="55" name="Title 1"/>
          <p:cNvSpPr>
            <a:spLocks noGrp="1"/>
          </p:cNvSpPr>
          <p:nvPr/>
        </p:nvSpPr>
        <p:spPr>
          <a:xfrm>
            <a:off x="6096000" y="431165"/>
            <a:ext cx="5749925"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a:lstStyle>
          <a:p>
            <a:pPr algn="ctr"/>
            <a:r>
              <a:rPr lang="en-US" sz="2400" b="1" spc="0" dirty="0">
                <a:solidFill>
                  <a:srgbClr val="C00000"/>
                </a:solidFill>
                <a:latin typeface="微软雅黑" panose="020B0503020204020204" pitchFamily="34" charset="-122"/>
                <a:ea typeface="微软雅黑" panose="020B0503020204020204" pitchFamily="34" charset="-122"/>
                <a:cs typeface="+mn-cs"/>
              </a:rPr>
              <a:t>03 Online Feedback System</a:t>
            </a:r>
            <a:endParaRPr lang="en-US">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49960" y="2291080"/>
            <a:ext cx="10291445" cy="2291080"/>
          </a:xfrm>
          <a:prstGeom prst="rect">
            <a:avLst/>
          </a:prstGeom>
          <a:noFill/>
        </p:spPr>
        <p:txBody>
          <a:bodyPr wrap="square" rtlCol="0" anchor="t">
            <a:noAutofit/>
          </a:bodyPr>
          <a:p>
            <a:r>
              <a:rPr lang="en-US" altLang="en-US" sz="6000">
                <a:sym typeface="+mn-ea"/>
              </a:rPr>
              <a:t>Best of luck </a:t>
            </a:r>
            <a:br>
              <a:rPr lang="en-US" altLang="en-US" sz="6000">
                <a:sym typeface="+mn-ea"/>
              </a:rPr>
            </a:br>
            <a:r>
              <a:rPr lang="en-US" altLang="en-US" sz="6000">
                <a:sym typeface="+mn-ea"/>
              </a:rPr>
              <a:t>with your group project!</a:t>
            </a:r>
            <a:endParaRPr lang="en-US" altLang="en-US" sz="6000">
              <a:sym typeface="+mn-ea"/>
            </a:endParaRPr>
          </a:p>
        </p:txBody>
      </p:sp>
    </p:spTree>
  </p:cSld>
  <p:clrMapOvr>
    <a:masterClrMapping/>
  </p:clrMapOvr>
</p:sld>
</file>

<file path=ppt/theme/theme1.xml><?xml version="1.0" encoding="utf-8"?>
<a:theme xmlns:a="http://schemas.openxmlformats.org/drawingml/2006/main" name="Office Theme">
  <a:themeElements>
    <a:clrScheme name="自定义 16">
      <a:dk1>
        <a:sysClr val="windowText" lastClr="000000"/>
      </a:dk1>
      <a:lt1>
        <a:sysClr val="window" lastClr="FFFFFF"/>
      </a:lt1>
      <a:dk2>
        <a:srgbClr val="44546A"/>
      </a:dk2>
      <a:lt2>
        <a:srgbClr val="E7E6E6"/>
      </a:lt2>
      <a:accent1>
        <a:srgbClr val="D32F2F"/>
      </a:accent1>
      <a:accent2>
        <a:srgbClr val="C62828"/>
      </a:accent2>
      <a:accent3>
        <a:srgbClr val="D32F2F"/>
      </a:accent3>
      <a:accent4>
        <a:srgbClr val="E53935"/>
      </a:accent4>
      <a:accent5>
        <a:srgbClr val="EF5350"/>
      </a:accent5>
      <a:accent6>
        <a:srgbClr val="B71C1C"/>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7157</Words>
  <Application>WPS 演示</Application>
  <PresentationFormat>宽屏</PresentationFormat>
  <Paragraphs>304</Paragraphs>
  <Slides>19</Slides>
  <Notes>9</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19</vt:i4>
      </vt:variant>
    </vt:vector>
  </HeadingPairs>
  <TitlesOfParts>
    <vt:vector size="45" baseType="lpstr">
      <vt:lpstr>Arial</vt:lpstr>
      <vt:lpstr>宋体</vt:lpstr>
      <vt:lpstr>Wingdings</vt:lpstr>
      <vt:lpstr>Geomanist Regular</vt:lpstr>
      <vt:lpstr>Roboto Condensed</vt:lpstr>
      <vt:lpstr>Segoe UI</vt:lpstr>
      <vt:lpstr>Montserrat Hairline</vt:lpstr>
      <vt:lpstr>Segoe Print</vt:lpstr>
      <vt:lpstr>DejaVu Math TeX Gyre</vt:lpstr>
      <vt:lpstr>Calibri</vt:lpstr>
      <vt:lpstr>等线</vt:lpstr>
      <vt:lpstr>微软雅黑</vt:lpstr>
      <vt:lpstr>PingFang SC Semibold</vt:lpstr>
      <vt:lpstr>PingFang SC</vt:lpstr>
      <vt:lpstr>Arial Bold</vt:lpstr>
      <vt:lpstr>Arial Unicode MS</vt:lpstr>
      <vt:lpstr>Calibri Light</vt:lpstr>
      <vt:lpstr>Verdana</vt:lpstr>
      <vt:lpstr>Calibri</vt:lpstr>
      <vt:lpstr>PingFang SC</vt:lpstr>
      <vt:lpstr>PingFang SC Semibold</vt:lpstr>
      <vt:lpstr>Oxford Regular</vt:lpstr>
      <vt:lpstr>Toots Regular</vt:lpstr>
      <vt:lpstr>Active SemiBold</vt:lpstr>
      <vt:lpstr>Wonder 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sukie wang</dc:creator>
  <cp:lastModifiedBy>celcelcel</cp:lastModifiedBy>
  <cp:revision>1690</cp:revision>
  <dcterms:created xsi:type="dcterms:W3CDTF">2026-02-24T02:03:00Z</dcterms:created>
  <dcterms:modified xsi:type="dcterms:W3CDTF">2026-02-25T14:00:50Z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F03958FC400F756080B4CB689C399C46_42</vt:lpwstr>
  </property>
  <property fmtid="{D5CDD505-2E9C-101B-9397-08002B2CF9AE}" pid="3" name="KSOProductBuildVer">
    <vt:lpwstr>2052-12.1.0.25222</vt:lpwstr>
  </property>
</Properties>
</file>